
<file path=[Content_Types].xml><?xml version="1.0" encoding="utf-8"?>
<Types xmlns="http://schemas.openxmlformats.org/package/2006/content-types">
  <Default Extension="wmf" ContentType="image/x-wmf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  <Override PartName="/ppt/revisionInfo.xml" ContentType="application/vnd.ms-powerpoint.revisioninfo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7"/>
  </p:notesMasterIdLst>
  <p:sldIdLst>
    <p:sldId id="259" r:id="rId2"/>
    <p:sldId id="260" r:id="rId3"/>
    <p:sldId id="261" r:id="rId4"/>
    <p:sldId id="270" r:id="rId5"/>
    <p:sldId id="271" r:id="rId6"/>
    <p:sldId id="262" r:id="rId7"/>
    <p:sldId id="272" r:id="rId8"/>
    <p:sldId id="273" r:id="rId9"/>
    <p:sldId id="263" r:id="rId10"/>
    <p:sldId id="264" r:id="rId11"/>
    <p:sldId id="265" r:id="rId12"/>
    <p:sldId id="266" r:id="rId13"/>
    <p:sldId id="267" r:id="rId14"/>
    <p:sldId id="268" r:id="rId15"/>
    <p:sldId id="269" r:id="rId1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782BE31D-A805-4374-A802-C65F02E28BCD}" v="23" dt="2024-12-11T08:31:31.561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2574" autoAdjust="0"/>
    <p:restoredTop sz="94660"/>
  </p:normalViewPr>
  <p:slideViewPr>
    <p:cSldViewPr snapToGrid="0">
      <p:cViewPr varScale="1">
        <p:scale>
          <a:sx n="68" d="100"/>
          <a:sy n="68" d="100"/>
        </p:scale>
        <p:origin x="708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microsoft.com/office/2015/10/relationships/revisionInfo" Target="revisionInfo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5751524B-FB67-4894-A0C5-35151E149D68}" type="doc">
      <dgm:prSet loTypeId="urn:microsoft.com/office/officeart/2011/layout/InterconnectedBlockProcess" loCatId="process" qsTypeId="urn:microsoft.com/office/officeart/2005/8/quickstyle/simple1" qsCatId="simple" csTypeId="urn:microsoft.com/office/officeart/2005/8/colors/colorful1" csCatId="colorful" phldr="1"/>
      <dgm:spPr/>
      <dgm:t>
        <a:bodyPr/>
        <a:lstStyle/>
        <a:p>
          <a:endParaRPr lang="en-US"/>
        </a:p>
      </dgm:t>
    </dgm:pt>
    <dgm:pt modelId="{988D96B0-D16E-4763-B393-84178CF4FF50}">
      <dgm:prSet phldrT="[Text]"/>
      <dgm:spPr/>
      <dgm:t>
        <a:bodyPr/>
        <a:lstStyle/>
        <a:p>
          <a:r>
            <a:rPr lang="en-US" dirty="0" smtClean="0">
              <a:latin typeface="Times New Roman" panose="02020603050405020304" pitchFamily="18" charset="0"/>
              <a:cs typeface="Times New Roman" panose="02020603050405020304" pitchFamily="18" charset="0"/>
            </a:rPr>
            <a:t>Review 1</a:t>
          </a:r>
          <a:endParaRPr lang="en-US" dirty="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080A6B9D-C27D-4227-AC65-3C97878D78C4}" type="parTrans" cxnId="{8CB593F6-6C5D-4606-B959-3E27F9872EC1}">
      <dgm:prSet/>
      <dgm:spPr/>
      <dgm:t>
        <a:bodyPr/>
        <a:lstStyle/>
        <a:p>
          <a:endParaRPr lang="en-US"/>
        </a:p>
      </dgm:t>
    </dgm:pt>
    <dgm:pt modelId="{19B27CEC-4BAD-44A7-A9A7-B7A8B23ADCFD}" type="sibTrans" cxnId="{8CB593F6-6C5D-4606-B959-3E27F9872EC1}">
      <dgm:prSet/>
      <dgm:spPr/>
      <dgm:t>
        <a:bodyPr/>
        <a:lstStyle/>
        <a:p>
          <a:endParaRPr lang="en-US"/>
        </a:p>
      </dgm:t>
    </dgm:pt>
    <dgm:pt modelId="{D471E45F-B026-44AA-9616-57E786AE80AF}">
      <dgm:prSet phldrT="[Text]" custT="1"/>
      <dgm:spPr/>
      <dgm:t>
        <a:bodyPr/>
        <a:lstStyle/>
        <a:p>
          <a:r>
            <a:rPr lang="en-IN" sz="1400" dirty="0" smtClean="0">
              <a:latin typeface="Times New Roman" panose="02020603050405020304" pitchFamily="18" charset="0"/>
              <a:cs typeface="Times New Roman" panose="02020603050405020304" pitchFamily="18" charset="0"/>
            </a:rPr>
            <a:t>Attended </a:t>
          </a:r>
          <a:r>
            <a:rPr lang="en-IN" sz="1400" b="0" dirty="0" smtClean="0">
              <a:latin typeface="Times New Roman" panose="02020603050405020304" pitchFamily="18" charset="0"/>
              <a:cs typeface="Times New Roman" panose="02020603050405020304" pitchFamily="18" charset="0"/>
            </a:rPr>
            <a:t>Cybersecurity training.</a:t>
          </a:r>
        </a:p>
        <a:p>
          <a:r>
            <a:rPr lang="en-US" sz="1400" dirty="0" smtClean="0">
              <a:latin typeface="Times New Roman" panose="02020603050405020304" pitchFamily="18" charset="0"/>
              <a:cs typeface="Times New Roman" panose="02020603050405020304" pitchFamily="18" charset="0"/>
            </a:rPr>
            <a:t>Currently attending </a:t>
          </a:r>
          <a:r>
            <a:rPr lang="en-US" sz="1400" b="0" dirty="0" smtClean="0">
              <a:latin typeface="Times New Roman" panose="02020603050405020304" pitchFamily="18" charset="0"/>
              <a:cs typeface="Times New Roman" panose="02020603050405020304" pitchFamily="18" charset="0"/>
            </a:rPr>
            <a:t>Penetration Testing training</a:t>
          </a:r>
          <a:endParaRPr lang="en-US" sz="1400" b="0" dirty="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326A986D-69A4-4AC0-AD9B-462FFC9C3F18}" type="parTrans" cxnId="{AEE28BEF-3F73-41A5-9307-D42A450FCA17}">
      <dgm:prSet/>
      <dgm:spPr/>
      <dgm:t>
        <a:bodyPr/>
        <a:lstStyle/>
        <a:p>
          <a:endParaRPr lang="en-US"/>
        </a:p>
      </dgm:t>
    </dgm:pt>
    <dgm:pt modelId="{304E70AD-39C7-4C28-BF7B-6EE91BAE97B7}" type="sibTrans" cxnId="{AEE28BEF-3F73-41A5-9307-D42A450FCA17}">
      <dgm:prSet/>
      <dgm:spPr/>
      <dgm:t>
        <a:bodyPr/>
        <a:lstStyle/>
        <a:p>
          <a:endParaRPr lang="en-US"/>
        </a:p>
      </dgm:t>
    </dgm:pt>
    <dgm:pt modelId="{7B3055AA-BF7C-46D0-9A9E-60087B9F57B4}">
      <dgm:prSet phldrT="[Text]"/>
      <dgm:spPr/>
      <dgm:t>
        <a:bodyPr/>
        <a:lstStyle/>
        <a:p>
          <a:r>
            <a:rPr lang="en-US" dirty="0" smtClean="0">
              <a:latin typeface="Times New Roman" panose="02020603050405020304" pitchFamily="18" charset="0"/>
              <a:cs typeface="Times New Roman" panose="02020603050405020304" pitchFamily="18" charset="0"/>
            </a:rPr>
            <a:t>Review 2</a:t>
          </a:r>
          <a:endParaRPr lang="en-US" dirty="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F772EF41-D2BB-4368-8327-B4E332165F48}" type="parTrans" cxnId="{6C7D4BBB-EED6-4011-9FBC-87F683D5B245}">
      <dgm:prSet/>
      <dgm:spPr/>
      <dgm:t>
        <a:bodyPr/>
        <a:lstStyle/>
        <a:p>
          <a:endParaRPr lang="en-US"/>
        </a:p>
      </dgm:t>
    </dgm:pt>
    <dgm:pt modelId="{B81593E2-4CAC-4783-8D2D-E9DDD236A942}" type="sibTrans" cxnId="{6C7D4BBB-EED6-4011-9FBC-87F683D5B245}">
      <dgm:prSet/>
      <dgm:spPr/>
      <dgm:t>
        <a:bodyPr/>
        <a:lstStyle/>
        <a:p>
          <a:endParaRPr lang="en-US"/>
        </a:p>
      </dgm:t>
    </dgm:pt>
    <dgm:pt modelId="{9FED87C4-3F3B-4A18-9185-9F80CFEDEA2E}">
      <dgm:prSet phldrT="[Text]"/>
      <dgm:spPr/>
      <dgm:t>
        <a:bodyPr/>
        <a:lstStyle/>
        <a:p>
          <a:r>
            <a:rPr lang="en-US" dirty="0" smtClean="0">
              <a:latin typeface="Times New Roman" panose="02020603050405020304" pitchFamily="18" charset="0"/>
              <a:cs typeface="Times New Roman" panose="02020603050405020304" pitchFamily="18" charset="0"/>
            </a:rPr>
            <a:t>Will be attending penetration testing training</a:t>
          </a:r>
          <a:endParaRPr lang="en-US" dirty="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669F5586-1E47-4A85-AA72-0E435BABD665}" type="parTrans" cxnId="{27611794-B6EF-4593-A560-02BF7692DC5A}">
      <dgm:prSet/>
      <dgm:spPr/>
      <dgm:t>
        <a:bodyPr/>
        <a:lstStyle/>
        <a:p>
          <a:endParaRPr lang="en-US"/>
        </a:p>
      </dgm:t>
    </dgm:pt>
    <dgm:pt modelId="{AD0D1882-5210-4A49-9875-4AAC43595580}" type="sibTrans" cxnId="{27611794-B6EF-4593-A560-02BF7692DC5A}">
      <dgm:prSet/>
      <dgm:spPr/>
      <dgm:t>
        <a:bodyPr/>
        <a:lstStyle/>
        <a:p>
          <a:endParaRPr lang="en-US"/>
        </a:p>
      </dgm:t>
    </dgm:pt>
    <dgm:pt modelId="{A59EC69B-8F3F-425B-819F-E8C557946AEE}">
      <dgm:prSet phldrT="[Text]"/>
      <dgm:spPr/>
      <dgm:t>
        <a:bodyPr/>
        <a:lstStyle/>
        <a:p>
          <a:r>
            <a:rPr lang="en-US" dirty="0" smtClean="0">
              <a:latin typeface="Times New Roman" panose="02020603050405020304" pitchFamily="18" charset="0"/>
              <a:cs typeface="Times New Roman" panose="02020603050405020304" pitchFamily="18" charset="0"/>
            </a:rPr>
            <a:t>Review 3</a:t>
          </a:r>
          <a:endParaRPr lang="en-US" dirty="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0095C3CB-916F-4060-A8DA-DD282FB51587}" type="parTrans" cxnId="{D1BA1DD0-A52A-47BF-962D-9810C87E1576}">
      <dgm:prSet/>
      <dgm:spPr/>
      <dgm:t>
        <a:bodyPr/>
        <a:lstStyle/>
        <a:p>
          <a:endParaRPr lang="en-US"/>
        </a:p>
      </dgm:t>
    </dgm:pt>
    <dgm:pt modelId="{2868AD8D-4E38-46CE-A972-709857BF40AC}" type="sibTrans" cxnId="{D1BA1DD0-A52A-47BF-962D-9810C87E1576}">
      <dgm:prSet/>
      <dgm:spPr/>
      <dgm:t>
        <a:bodyPr/>
        <a:lstStyle/>
        <a:p>
          <a:endParaRPr lang="en-US"/>
        </a:p>
      </dgm:t>
    </dgm:pt>
    <dgm:pt modelId="{73DB572E-062D-41AD-8033-D361B8E583DB}">
      <dgm:prSet phldrT="[Text]" custT="1"/>
      <dgm:spPr/>
      <dgm:t>
        <a:bodyPr/>
        <a:lstStyle/>
        <a:p>
          <a:r>
            <a:rPr lang="en-US" sz="1800" dirty="0" smtClean="0">
              <a:latin typeface="Times New Roman" panose="02020603050405020304" pitchFamily="18" charset="0"/>
              <a:cs typeface="Times New Roman" panose="02020603050405020304" pitchFamily="18" charset="0"/>
            </a:rPr>
            <a:t>Will be moved to Shadow Sprint</a:t>
          </a:r>
          <a:endParaRPr lang="en-US" sz="1800" dirty="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75D01B62-D132-48B8-9D06-D0A551A21107}" type="parTrans" cxnId="{AA17007A-110D-43AE-B6F2-DF2DF885F2E2}">
      <dgm:prSet/>
      <dgm:spPr/>
      <dgm:t>
        <a:bodyPr/>
        <a:lstStyle/>
        <a:p>
          <a:endParaRPr lang="en-US"/>
        </a:p>
      </dgm:t>
    </dgm:pt>
    <dgm:pt modelId="{98BDB650-3386-4D3D-8E80-609010499291}" type="sibTrans" cxnId="{AA17007A-110D-43AE-B6F2-DF2DF885F2E2}">
      <dgm:prSet/>
      <dgm:spPr/>
      <dgm:t>
        <a:bodyPr/>
        <a:lstStyle/>
        <a:p>
          <a:endParaRPr lang="en-US"/>
        </a:p>
      </dgm:t>
    </dgm:pt>
    <dgm:pt modelId="{5E92505A-51E0-4F78-B3C5-704ACF8710DE}">
      <dgm:prSet phldrT="[Text]"/>
      <dgm:spPr/>
      <dgm:t>
        <a:bodyPr/>
        <a:lstStyle/>
        <a:p>
          <a:r>
            <a:rPr lang="en-US" dirty="0" smtClean="0">
              <a:latin typeface="Times New Roman" panose="02020603050405020304" pitchFamily="18" charset="0"/>
              <a:cs typeface="Times New Roman" panose="02020603050405020304" pitchFamily="18" charset="0"/>
            </a:rPr>
            <a:t>Review 4</a:t>
          </a:r>
          <a:endParaRPr lang="en-US" dirty="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765B1266-7CE2-4F9C-AE38-D97DFBC1B151}" type="parTrans" cxnId="{DA8CD5E8-B2EE-41E4-8EC6-CFB41D688F68}">
      <dgm:prSet/>
      <dgm:spPr/>
      <dgm:t>
        <a:bodyPr/>
        <a:lstStyle/>
        <a:p>
          <a:endParaRPr lang="en-US"/>
        </a:p>
      </dgm:t>
    </dgm:pt>
    <dgm:pt modelId="{5E9E6A6F-635A-4791-A107-01E95B62EA08}" type="sibTrans" cxnId="{DA8CD5E8-B2EE-41E4-8EC6-CFB41D688F68}">
      <dgm:prSet/>
      <dgm:spPr/>
      <dgm:t>
        <a:bodyPr/>
        <a:lstStyle/>
        <a:p>
          <a:endParaRPr lang="en-US"/>
        </a:p>
      </dgm:t>
    </dgm:pt>
    <dgm:pt modelId="{65C051F6-A849-4495-A964-CD4C650B9C06}">
      <dgm:prSet phldrT="[Text]"/>
      <dgm:spPr/>
      <dgm:t>
        <a:bodyPr/>
        <a:lstStyle/>
        <a:p>
          <a:r>
            <a:rPr lang="en-US" dirty="0" smtClean="0">
              <a:latin typeface="Times New Roman" panose="02020603050405020304" pitchFamily="18" charset="0"/>
              <a:cs typeface="Times New Roman" panose="02020603050405020304" pitchFamily="18" charset="0"/>
            </a:rPr>
            <a:t>Final Review</a:t>
          </a:r>
          <a:endParaRPr lang="en-US" dirty="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C24738E5-1547-4D8D-A2CE-64D703ECDF78}" type="parTrans" cxnId="{521FD508-C5FD-4804-AFDC-D1FF9945B211}">
      <dgm:prSet/>
      <dgm:spPr/>
      <dgm:t>
        <a:bodyPr/>
        <a:lstStyle/>
        <a:p>
          <a:endParaRPr lang="en-US"/>
        </a:p>
      </dgm:t>
    </dgm:pt>
    <dgm:pt modelId="{196A2EB9-DD96-4630-B699-7AF000340374}" type="sibTrans" cxnId="{521FD508-C5FD-4804-AFDC-D1FF9945B211}">
      <dgm:prSet/>
      <dgm:spPr/>
      <dgm:t>
        <a:bodyPr/>
        <a:lstStyle/>
        <a:p>
          <a:endParaRPr lang="en-US"/>
        </a:p>
      </dgm:t>
    </dgm:pt>
    <dgm:pt modelId="{99255ECC-9CAC-4F99-BC11-0885BCEEE061}">
      <dgm:prSet custT="1"/>
      <dgm:spPr/>
      <dgm:t>
        <a:bodyPr/>
        <a:lstStyle/>
        <a:p>
          <a:r>
            <a:rPr lang="en-US" sz="1800" dirty="0" smtClean="0">
              <a:latin typeface="Times New Roman" panose="02020603050405020304" pitchFamily="18" charset="0"/>
              <a:cs typeface="Times New Roman" panose="02020603050405020304" pitchFamily="18" charset="0"/>
            </a:rPr>
            <a:t>Will be assigned in Shadow Sprint</a:t>
          </a:r>
          <a:endParaRPr lang="en-US" sz="1800" dirty="0"/>
        </a:p>
      </dgm:t>
    </dgm:pt>
    <dgm:pt modelId="{E353C982-B348-446B-9DAF-63D5DA6D57E8}" type="parTrans" cxnId="{3F450AE2-8880-4E1D-AF39-ED41975B38DF}">
      <dgm:prSet/>
      <dgm:spPr/>
      <dgm:t>
        <a:bodyPr/>
        <a:lstStyle/>
        <a:p>
          <a:endParaRPr lang="en-US"/>
        </a:p>
      </dgm:t>
    </dgm:pt>
    <dgm:pt modelId="{21F4E4C6-0154-4EE6-AD0F-AE1167535224}" type="sibTrans" cxnId="{3F450AE2-8880-4E1D-AF39-ED41975B38DF}">
      <dgm:prSet/>
      <dgm:spPr/>
      <dgm:t>
        <a:bodyPr/>
        <a:lstStyle/>
        <a:p>
          <a:endParaRPr lang="en-US"/>
        </a:p>
      </dgm:t>
    </dgm:pt>
    <dgm:pt modelId="{0CDB6354-45C0-4EC0-A6A2-A03002AFB85C}">
      <dgm:prSet custT="1"/>
      <dgm:spPr/>
      <dgm:t>
        <a:bodyPr/>
        <a:lstStyle/>
        <a:p>
          <a:r>
            <a:rPr lang="en-US" sz="1800" dirty="0" smtClean="0">
              <a:latin typeface="Times New Roman" panose="02020603050405020304" pitchFamily="18" charset="0"/>
              <a:cs typeface="Times New Roman" panose="02020603050405020304" pitchFamily="18" charset="0"/>
            </a:rPr>
            <a:t>Will be assigned in Shadow Sprint</a:t>
          </a:r>
          <a:endParaRPr lang="en-US" sz="1800" dirty="0"/>
        </a:p>
      </dgm:t>
    </dgm:pt>
    <dgm:pt modelId="{B359497B-52C0-4581-9AC4-82BE6EC73865}" type="parTrans" cxnId="{71FD1C35-4A57-4ECD-BD65-03909198E2FA}">
      <dgm:prSet/>
      <dgm:spPr/>
      <dgm:t>
        <a:bodyPr/>
        <a:lstStyle/>
        <a:p>
          <a:endParaRPr lang="en-US"/>
        </a:p>
      </dgm:t>
    </dgm:pt>
    <dgm:pt modelId="{A4C0677C-1127-4378-BB9F-BC0B9D29B59D}" type="sibTrans" cxnId="{71FD1C35-4A57-4ECD-BD65-03909198E2FA}">
      <dgm:prSet/>
      <dgm:spPr/>
      <dgm:t>
        <a:bodyPr/>
        <a:lstStyle/>
        <a:p>
          <a:endParaRPr lang="en-US"/>
        </a:p>
      </dgm:t>
    </dgm:pt>
    <dgm:pt modelId="{A6BCDA7B-D633-438F-B44D-CB4D60E5C492}" type="pres">
      <dgm:prSet presAssocID="{5751524B-FB67-4894-A0C5-35151E149D68}" presName="Name0" presStyleCnt="0">
        <dgm:presLayoutVars>
          <dgm:chMax val="7"/>
          <dgm:chPref val="5"/>
          <dgm:dir/>
          <dgm:animOne val="branch"/>
          <dgm:animLvl val="lvl"/>
        </dgm:presLayoutVars>
      </dgm:prSet>
      <dgm:spPr/>
      <dgm:t>
        <a:bodyPr/>
        <a:lstStyle/>
        <a:p>
          <a:endParaRPr lang="en-US"/>
        </a:p>
      </dgm:t>
    </dgm:pt>
    <dgm:pt modelId="{0EA92EC0-9C6F-4663-B822-B1E8E3DCB13B}" type="pres">
      <dgm:prSet presAssocID="{65C051F6-A849-4495-A964-CD4C650B9C06}" presName="ChildAccent5" presStyleCnt="0"/>
      <dgm:spPr/>
    </dgm:pt>
    <dgm:pt modelId="{8CAE5A4D-0C7B-48A6-917B-0B8433D0574B}" type="pres">
      <dgm:prSet presAssocID="{65C051F6-A849-4495-A964-CD4C650B9C06}" presName="ChildAccent" presStyleLbl="alignImgPlace1" presStyleIdx="0" presStyleCnt="5"/>
      <dgm:spPr/>
      <dgm:t>
        <a:bodyPr/>
        <a:lstStyle/>
        <a:p>
          <a:endParaRPr lang="en-US"/>
        </a:p>
      </dgm:t>
    </dgm:pt>
    <dgm:pt modelId="{928B615F-0F8D-4140-A638-0FBB8F5BF1E9}" type="pres">
      <dgm:prSet presAssocID="{65C051F6-A849-4495-A964-CD4C650B9C06}" presName="Child5" presStyleLbl="revTx" presStyleIdx="0" presStyleCnt="0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C73DE52A-2F45-45E6-AD0E-D5BEAF609F8E}" type="pres">
      <dgm:prSet presAssocID="{65C051F6-A849-4495-A964-CD4C650B9C06}" presName="Parent5" presStyleLbl="node1" presStyleIdx="0" presStyleCnt="5">
        <dgm:presLayoutVars>
          <dgm:chMax val="2"/>
          <dgm:chPref val="1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EA3B7F60-AEEC-41A8-8A2C-D3679EFCD073}" type="pres">
      <dgm:prSet presAssocID="{5E92505A-51E0-4F78-B3C5-704ACF8710DE}" presName="ChildAccent4" presStyleCnt="0"/>
      <dgm:spPr/>
    </dgm:pt>
    <dgm:pt modelId="{FC0F1314-3294-4A8C-8DCE-EB53E236164C}" type="pres">
      <dgm:prSet presAssocID="{5E92505A-51E0-4F78-B3C5-704ACF8710DE}" presName="ChildAccent" presStyleLbl="alignImgPlace1" presStyleIdx="1" presStyleCnt="5"/>
      <dgm:spPr/>
      <dgm:t>
        <a:bodyPr/>
        <a:lstStyle/>
        <a:p>
          <a:endParaRPr lang="en-US"/>
        </a:p>
      </dgm:t>
    </dgm:pt>
    <dgm:pt modelId="{98225A61-A0EC-450A-BED8-EF2E47E8FD18}" type="pres">
      <dgm:prSet presAssocID="{5E92505A-51E0-4F78-B3C5-704ACF8710DE}" presName="Child4" presStyleLbl="revTx" presStyleIdx="0" presStyleCnt="0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2AAD338D-3122-4454-9A67-16BE024D44E3}" type="pres">
      <dgm:prSet presAssocID="{5E92505A-51E0-4F78-B3C5-704ACF8710DE}" presName="Parent4" presStyleLbl="node1" presStyleIdx="1" presStyleCnt="5">
        <dgm:presLayoutVars>
          <dgm:chMax val="2"/>
          <dgm:chPref val="1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96AFCF47-32CA-4C44-9E3C-782007B7112E}" type="pres">
      <dgm:prSet presAssocID="{A59EC69B-8F3F-425B-819F-E8C557946AEE}" presName="ChildAccent3" presStyleCnt="0"/>
      <dgm:spPr/>
      <dgm:t>
        <a:bodyPr/>
        <a:lstStyle/>
        <a:p>
          <a:endParaRPr lang="en-US"/>
        </a:p>
      </dgm:t>
    </dgm:pt>
    <dgm:pt modelId="{2532504F-5FE1-4C97-B485-F05E8885EACC}" type="pres">
      <dgm:prSet presAssocID="{A59EC69B-8F3F-425B-819F-E8C557946AEE}" presName="ChildAccent" presStyleLbl="alignImgPlace1" presStyleIdx="2" presStyleCnt="5"/>
      <dgm:spPr/>
      <dgm:t>
        <a:bodyPr/>
        <a:lstStyle/>
        <a:p>
          <a:endParaRPr lang="en-US"/>
        </a:p>
      </dgm:t>
    </dgm:pt>
    <dgm:pt modelId="{0D08ED52-6744-4369-B780-916B09984775}" type="pres">
      <dgm:prSet presAssocID="{A59EC69B-8F3F-425B-819F-E8C557946AEE}" presName="Child3" presStyleLbl="revTx" presStyleIdx="0" presStyleCnt="0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4C66D42D-7E6D-4563-AFDC-369C30B73F70}" type="pres">
      <dgm:prSet presAssocID="{A59EC69B-8F3F-425B-819F-E8C557946AEE}" presName="Parent3" presStyleLbl="node1" presStyleIdx="2" presStyleCnt="5">
        <dgm:presLayoutVars>
          <dgm:chMax val="2"/>
          <dgm:chPref val="1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C1269CE6-C767-48CC-AAFD-A238D1FFDABA}" type="pres">
      <dgm:prSet presAssocID="{7B3055AA-BF7C-46D0-9A9E-60087B9F57B4}" presName="ChildAccent2" presStyleCnt="0"/>
      <dgm:spPr/>
      <dgm:t>
        <a:bodyPr/>
        <a:lstStyle/>
        <a:p>
          <a:endParaRPr lang="en-US"/>
        </a:p>
      </dgm:t>
    </dgm:pt>
    <dgm:pt modelId="{06F8D57B-EDF4-4CF4-8700-DC2CA3E3028E}" type="pres">
      <dgm:prSet presAssocID="{7B3055AA-BF7C-46D0-9A9E-60087B9F57B4}" presName="ChildAccent" presStyleLbl="alignImgPlace1" presStyleIdx="3" presStyleCnt="5"/>
      <dgm:spPr/>
      <dgm:t>
        <a:bodyPr/>
        <a:lstStyle/>
        <a:p>
          <a:endParaRPr lang="en-US"/>
        </a:p>
      </dgm:t>
    </dgm:pt>
    <dgm:pt modelId="{6BCCFBA6-7A43-4631-AD7F-AFB10E1E6CD7}" type="pres">
      <dgm:prSet presAssocID="{7B3055AA-BF7C-46D0-9A9E-60087B9F57B4}" presName="Child2" presStyleLbl="revTx" presStyleIdx="0" presStyleCnt="0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00BB3360-A9BB-4051-A4B1-1216F82F642C}" type="pres">
      <dgm:prSet presAssocID="{7B3055AA-BF7C-46D0-9A9E-60087B9F57B4}" presName="Parent2" presStyleLbl="node1" presStyleIdx="3" presStyleCnt="5">
        <dgm:presLayoutVars>
          <dgm:chMax val="2"/>
          <dgm:chPref val="1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7305DF14-0FF5-45E4-8B19-015814092DBD}" type="pres">
      <dgm:prSet presAssocID="{988D96B0-D16E-4763-B393-84178CF4FF50}" presName="ChildAccent1" presStyleCnt="0"/>
      <dgm:spPr/>
      <dgm:t>
        <a:bodyPr/>
        <a:lstStyle/>
        <a:p>
          <a:endParaRPr lang="en-US"/>
        </a:p>
      </dgm:t>
    </dgm:pt>
    <dgm:pt modelId="{A134CDD1-D85F-44EF-8BEE-9F99A855C1E6}" type="pres">
      <dgm:prSet presAssocID="{988D96B0-D16E-4763-B393-84178CF4FF50}" presName="ChildAccent" presStyleLbl="alignImgPlace1" presStyleIdx="4" presStyleCnt="5"/>
      <dgm:spPr/>
      <dgm:t>
        <a:bodyPr/>
        <a:lstStyle/>
        <a:p>
          <a:endParaRPr lang="en-US"/>
        </a:p>
      </dgm:t>
    </dgm:pt>
    <dgm:pt modelId="{1C91D7E3-8940-4A33-9182-677DD5415901}" type="pres">
      <dgm:prSet presAssocID="{988D96B0-D16E-4763-B393-84178CF4FF50}" presName="Child1" presStyleLbl="revTx" presStyleIdx="0" presStyleCnt="0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65257024-FAC0-4522-B139-1CC85B547BE8}" type="pres">
      <dgm:prSet presAssocID="{988D96B0-D16E-4763-B393-84178CF4FF50}" presName="Parent1" presStyleLbl="node1" presStyleIdx="4" presStyleCnt="5">
        <dgm:presLayoutVars>
          <dgm:chMax val="2"/>
          <dgm:chPref val="1"/>
          <dgm:bulletEnabled val="1"/>
        </dgm:presLayoutVars>
      </dgm:prSet>
      <dgm:spPr/>
      <dgm:t>
        <a:bodyPr/>
        <a:lstStyle/>
        <a:p>
          <a:endParaRPr lang="en-US"/>
        </a:p>
      </dgm:t>
    </dgm:pt>
  </dgm:ptLst>
  <dgm:cxnLst>
    <dgm:cxn modelId="{A6532C16-AFEE-4EEA-891E-F5DAB7412E13}" type="presOf" srcId="{73DB572E-062D-41AD-8033-D361B8E583DB}" destId="{2532504F-5FE1-4C97-B485-F05E8885EACC}" srcOrd="0" destOrd="0" presId="urn:microsoft.com/office/officeart/2011/layout/InterconnectedBlockProcess"/>
    <dgm:cxn modelId="{D1BA1DD0-A52A-47BF-962D-9810C87E1576}" srcId="{5751524B-FB67-4894-A0C5-35151E149D68}" destId="{A59EC69B-8F3F-425B-819F-E8C557946AEE}" srcOrd="2" destOrd="0" parTransId="{0095C3CB-916F-4060-A8DA-DD282FB51587}" sibTransId="{2868AD8D-4E38-46CE-A972-709857BF40AC}"/>
    <dgm:cxn modelId="{14271021-8784-4688-96FE-21B4F9A3C855}" type="presOf" srcId="{A59EC69B-8F3F-425B-819F-E8C557946AEE}" destId="{4C66D42D-7E6D-4563-AFDC-369C30B73F70}" srcOrd="0" destOrd="0" presId="urn:microsoft.com/office/officeart/2011/layout/InterconnectedBlockProcess"/>
    <dgm:cxn modelId="{BD4D063F-4481-4272-86B1-D2EA110CC162}" type="presOf" srcId="{73DB572E-062D-41AD-8033-D361B8E583DB}" destId="{0D08ED52-6744-4369-B780-916B09984775}" srcOrd="1" destOrd="0" presId="urn:microsoft.com/office/officeart/2011/layout/InterconnectedBlockProcess"/>
    <dgm:cxn modelId="{AEE28BEF-3F73-41A5-9307-D42A450FCA17}" srcId="{988D96B0-D16E-4763-B393-84178CF4FF50}" destId="{D471E45F-B026-44AA-9616-57E786AE80AF}" srcOrd="0" destOrd="0" parTransId="{326A986D-69A4-4AC0-AD9B-462FFC9C3F18}" sibTransId="{304E70AD-39C7-4C28-BF7B-6EE91BAE97B7}"/>
    <dgm:cxn modelId="{DA8CD5E8-B2EE-41E4-8EC6-CFB41D688F68}" srcId="{5751524B-FB67-4894-A0C5-35151E149D68}" destId="{5E92505A-51E0-4F78-B3C5-704ACF8710DE}" srcOrd="3" destOrd="0" parTransId="{765B1266-7CE2-4F9C-AE38-D97DFBC1B151}" sibTransId="{5E9E6A6F-635A-4791-A107-01E95B62EA08}"/>
    <dgm:cxn modelId="{DCBBD912-689F-4398-945B-50D7C906D480}" type="presOf" srcId="{65C051F6-A849-4495-A964-CD4C650B9C06}" destId="{C73DE52A-2F45-45E6-AD0E-D5BEAF609F8E}" srcOrd="0" destOrd="0" presId="urn:microsoft.com/office/officeart/2011/layout/InterconnectedBlockProcess"/>
    <dgm:cxn modelId="{D95A05E5-1205-4AD1-9AA3-74CA7A4B9EF2}" type="presOf" srcId="{9FED87C4-3F3B-4A18-9185-9F80CFEDEA2E}" destId="{6BCCFBA6-7A43-4631-AD7F-AFB10E1E6CD7}" srcOrd="1" destOrd="0" presId="urn:microsoft.com/office/officeart/2011/layout/InterconnectedBlockProcess"/>
    <dgm:cxn modelId="{521FD508-C5FD-4804-AFDC-D1FF9945B211}" srcId="{5751524B-FB67-4894-A0C5-35151E149D68}" destId="{65C051F6-A849-4495-A964-CD4C650B9C06}" srcOrd="4" destOrd="0" parTransId="{C24738E5-1547-4D8D-A2CE-64D703ECDF78}" sibTransId="{196A2EB9-DD96-4630-B699-7AF000340374}"/>
    <dgm:cxn modelId="{60903274-989B-464B-85F2-259C77D546BE}" type="presOf" srcId="{0CDB6354-45C0-4EC0-A6A2-A03002AFB85C}" destId="{8CAE5A4D-0C7B-48A6-917B-0B8433D0574B}" srcOrd="0" destOrd="0" presId="urn:microsoft.com/office/officeart/2011/layout/InterconnectedBlockProcess"/>
    <dgm:cxn modelId="{5C3C918A-4C4A-4DEB-924A-CC330C09FB27}" type="presOf" srcId="{5E92505A-51E0-4F78-B3C5-704ACF8710DE}" destId="{2AAD338D-3122-4454-9A67-16BE024D44E3}" srcOrd="0" destOrd="0" presId="urn:microsoft.com/office/officeart/2011/layout/InterconnectedBlockProcess"/>
    <dgm:cxn modelId="{8CB593F6-6C5D-4606-B959-3E27F9872EC1}" srcId="{5751524B-FB67-4894-A0C5-35151E149D68}" destId="{988D96B0-D16E-4763-B393-84178CF4FF50}" srcOrd="0" destOrd="0" parTransId="{080A6B9D-C27D-4227-AC65-3C97878D78C4}" sibTransId="{19B27CEC-4BAD-44A7-A9A7-B7A8B23ADCFD}"/>
    <dgm:cxn modelId="{83568C07-D0CA-4DE8-866B-429E56FADEB7}" type="presOf" srcId="{99255ECC-9CAC-4F99-BC11-0885BCEEE061}" destId="{FC0F1314-3294-4A8C-8DCE-EB53E236164C}" srcOrd="0" destOrd="0" presId="urn:microsoft.com/office/officeart/2011/layout/InterconnectedBlockProcess"/>
    <dgm:cxn modelId="{AA17007A-110D-43AE-B6F2-DF2DF885F2E2}" srcId="{A59EC69B-8F3F-425B-819F-E8C557946AEE}" destId="{73DB572E-062D-41AD-8033-D361B8E583DB}" srcOrd="0" destOrd="0" parTransId="{75D01B62-D132-48B8-9D06-D0A551A21107}" sibTransId="{98BDB650-3386-4D3D-8E80-609010499291}"/>
    <dgm:cxn modelId="{6C7D4BBB-EED6-4011-9FBC-87F683D5B245}" srcId="{5751524B-FB67-4894-A0C5-35151E149D68}" destId="{7B3055AA-BF7C-46D0-9A9E-60087B9F57B4}" srcOrd="1" destOrd="0" parTransId="{F772EF41-D2BB-4368-8327-B4E332165F48}" sibTransId="{B81593E2-4CAC-4783-8D2D-E9DDD236A942}"/>
    <dgm:cxn modelId="{58E76652-C24F-44B0-96A9-DDF4DA4C870A}" type="presOf" srcId="{7B3055AA-BF7C-46D0-9A9E-60087B9F57B4}" destId="{00BB3360-A9BB-4051-A4B1-1216F82F642C}" srcOrd="0" destOrd="0" presId="urn:microsoft.com/office/officeart/2011/layout/InterconnectedBlockProcess"/>
    <dgm:cxn modelId="{940B4C9B-D5E4-4E48-A872-B455F86EA2F7}" type="presOf" srcId="{D471E45F-B026-44AA-9616-57E786AE80AF}" destId="{1C91D7E3-8940-4A33-9182-677DD5415901}" srcOrd="1" destOrd="0" presId="urn:microsoft.com/office/officeart/2011/layout/InterconnectedBlockProcess"/>
    <dgm:cxn modelId="{AD0A74B8-550A-4F0D-9A26-ADB7CD7A34B7}" type="presOf" srcId="{988D96B0-D16E-4763-B393-84178CF4FF50}" destId="{65257024-FAC0-4522-B139-1CC85B547BE8}" srcOrd="0" destOrd="0" presId="urn:microsoft.com/office/officeart/2011/layout/InterconnectedBlockProcess"/>
    <dgm:cxn modelId="{237F4230-248D-4B58-B2FC-F2C5591E4026}" type="presOf" srcId="{0CDB6354-45C0-4EC0-A6A2-A03002AFB85C}" destId="{928B615F-0F8D-4140-A638-0FBB8F5BF1E9}" srcOrd="1" destOrd="0" presId="urn:microsoft.com/office/officeart/2011/layout/InterconnectedBlockProcess"/>
    <dgm:cxn modelId="{3F450AE2-8880-4E1D-AF39-ED41975B38DF}" srcId="{5E92505A-51E0-4F78-B3C5-704ACF8710DE}" destId="{99255ECC-9CAC-4F99-BC11-0885BCEEE061}" srcOrd="0" destOrd="0" parTransId="{E353C982-B348-446B-9DAF-63D5DA6D57E8}" sibTransId="{21F4E4C6-0154-4EE6-AD0F-AE1167535224}"/>
    <dgm:cxn modelId="{E6B70501-CFCB-4D4A-94BE-F63036069196}" type="presOf" srcId="{5751524B-FB67-4894-A0C5-35151E149D68}" destId="{A6BCDA7B-D633-438F-B44D-CB4D60E5C492}" srcOrd="0" destOrd="0" presId="urn:microsoft.com/office/officeart/2011/layout/InterconnectedBlockProcess"/>
    <dgm:cxn modelId="{71FD1C35-4A57-4ECD-BD65-03909198E2FA}" srcId="{65C051F6-A849-4495-A964-CD4C650B9C06}" destId="{0CDB6354-45C0-4EC0-A6A2-A03002AFB85C}" srcOrd="0" destOrd="0" parTransId="{B359497B-52C0-4581-9AC4-82BE6EC73865}" sibTransId="{A4C0677C-1127-4378-BB9F-BC0B9D29B59D}"/>
    <dgm:cxn modelId="{E94CD512-E47E-4B2A-8B42-1BBD0CE921B4}" type="presOf" srcId="{D471E45F-B026-44AA-9616-57E786AE80AF}" destId="{A134CDD1-D85F-44EF-8BEE-9F99A855C1E6}" srcOrd="0" destOrd="0" presId="urn:microsoft.com/office/officeart/2011/layout/InterconnectedBlockProcess"/>
    <dgm:cxn modelId="{25C83D9F-B12A-43EF-8599-6589093E1A69}" type="presOf" srcId="{9FED87C4-3F3B-4A18-9185-9F80CFEDEA2E}" destId="{06F8D57B-EDF4-4CF4-8700-DC2CA3E3028E}" srcOrd="0" destOrd="0" presId="urn:microsoft.com/office/officeart/2011/layout/InterconnectedBlockProcess"/>
    <dgm:cxn modelId="{24ABC11A-29F3-45E6-A506-9D78CD49BD15}" type="presOf" srcId="{99255ECC-9CAC-4F99-BC11-0885BCEEE061}" destId="{98225A61-A0EC-450A-BED8-EF2E47E8FD18}" srcOrd="1" destOrd="0" presId="urn:microsoft.com/office/officeart/2011/layout/InterconnectedBlockProcess"/>
    <dgm:cxn modelId="{27611794-B6EF-4593-A560-02BF7692DC5A}" srcId="{7B3055AA-BF7C-46D0-9A9E-60087B9F57B4}" destId="{9FED87C4-3F3B-4A18-9185-9F80CFEDEA2E}" srcOrd="0" destOrd="0" parTransId="{669F5586-1E47-4A85-AA72-0E435BABD665}" sibTransId="{AD0D1882-5210-4A49-9875-4AAC43595580}"/>
    <dgm:cxn modelId="{BA3911EC-283D-4FE0-BD2A-4C3459371EE9}" type="presParOf" srcId="{A6BCDA7B-D633-438F-B44D-CB4D60E5C492}" destId="{0EA92EC0-9C6F-4663-B822-B1E8E3DCB13B}" srcOrd="0" destOrd="0" presId="urn:microsoft.com/office/officeart/2011/layout/InterconnectedBlockProcess"/>
    <dgm:cxn modelId="{1EDBEF38-7069-4A80-88A4-D49C02CAA5E4}" type="presParOf" srcId="{0EA92EC0-9C6F-4663-B822-B1E8E3DCB13B}" destId="{8CAE5A4D-0C7B-48A6-917B-0B8433D0574B}" srcOrd="0" destOrd="0" presId="urn:microsoft.com/office/officeart/2011/layout/InterconnectedBlockProcess"/>
    <dgm:cxn modelId="{FD95BC11-BC93-47BA-B283-371C099AF1AD}" type="presParOf" srcId="{A6BCDA7B-D633-438F-B44D-CB4D60E5C492}" destId="{928B615F-0F8D-4140-A638-0FBB8F5BF1E9}" srcOrd="1" destOrd="0" presId="urn:microsoft.com/office/officeart/2011/layout/InterconnectedBlockProcess"/>
    <dgm:cxn modelId="{A02166CE-2B20-436D-AF28-8342A22134F7}" type="presParOf" srcId="{A6BCDA7B-D633-438F-B44D-CB4D60E5C492}" destId="{C73DE52A-2F45-45E6-AD0E-D5BEAF609F8E}" srcOrd="2" destOrd="0" presId="urn:microsoft.com/office/officeart/2011/layout/InterconnectedBlockProcess"/>
    <dgm:cxn modelId="{EF68827D-5F4A-488B-9569-C6B84C6E22B2}" type="presParOf" srcId="{A6BCDA7B-D633-438F-B44D-CB4D60E5C492}" destId="{EA3B7F60-AEEC-41A8-8A2C-D3679EFCD073}" srcOrd="3" destOrd="0" presId="urn:microsoft.com/office/officeart/2011/layout/InterconnectedBlockProcess"/>
    <dgm:cxn modelId="{AA6818F2-EB06-4F0B-AB64-08A61B86B1F5}" type="presParOf" srcId="{EA3B7F60-AEEC-41A8-8A2C-D3679EFCD073}" destId="{FC0F1314-3294-4A8C-8DCE-EB53E236164C}" srcOrd="0" destOrd="0" presId="urn:microsoft.com/office/officeart/2011/layout/InterconnectedBlockProcess"/>
    <dgm:cxn modelId="{515B5789-A9FD-48CC-AEC5-3887D1DCB166}" type="presParOf" srcId="{A6BCDA7B-D633-438F-B44D-CB4D60E5C492}" destId="{98225A61-A0EC-450A-BED8-EF2E47E8FD18}" srcOrd="4" destOrd="0" presId="urn:microsoft.com/office/officeart/2011/layout/InterconnectedBlockProcess"/>
    <dgm:cxn modelId="{EC041B1B-950E-47B0-AC02-75FE785BC810}" type="presParOf" srcId="{A6BCDA7B-D633-438F-B44D-CB4D60E5C492}" destId="{2AAD338D-3122-4454-9A67-16BE024D44E3}" srcOrd="5" destOrd="0" presId="urn:microsoft.com/office/officeart/2011/layout/InterconnectedBlockProcess"/>
    <dgm:cxn modelId="{3432AE63-9FD1-4BC7-9DEF-3B96DC1D18B6}" type="presParOf" srcId="{A6BCDA7B-D633-438F-B44D-CB4D60E5C492}" destId="{96AFCF47-32CA-4C44-9E3C-782007B7112E}" srcOrd="6" destOrd="0" presId="urn:microsoft.com/office/officeart/2011/layout/InterconnectedBlockProcess"/>
    <dgm:cxn modelId="{923E99A6-341B-451C-8867-E92FC25AC53B}" type="presParOf" srcId="{96AFCF47-32CA-4C44-9E3C-782007B7112E}" destId="{2532504F-5FE1-4C97-B485-F05E8885EACC}" srcOrd="0" destOrd="0" presId="urn:microsoft.com/office/officeart/2011/layout/InterconnectedBlockProcess"/>
    <dgm:cxn modelId="{D722F7D5-C052-4884-8CB8-8D1A48BD812B}" type="presParOf" srcId="{A6BCDA7B-D633-438F-B44D-CB4D60E5C492}" destId="{0D08ED52-6744-4369-B780-916B09984775}" srcOrd="7" destOrd="0" presId="urn:microsoft.com/office/officeart/2011/layout/InterconnectedBlockProcess"/>
    <dgm:cxn modelId="{3AD2F176-129A-4447-ADA9-E3E89DF9D891}" type="presParOf" srcId="{A6BCDA7B-D633-438F-B44D-CB4D60E5C492}" destId="{4C66D42D-7E6D-4563-AFDC-369C30B73F70}" srcOrd="8" destOrd="0" presId="urn:microsoft.com/office/officeart/2011/layout/InterconnectedBlockProcess"/>
    <dgm:cxn modelId="{D208DA9D-BE25-4BF1-B0BD-F2F14E865E97}" type="presParOf" srcId="{A6BCDA7B-D633-438F-B44D-CB4D60E5C492}" destId="{C1269CE6-C767-48CC-AAFD-A238D1FFDABA}" srcOrd="9" destOrd="0" presId="urn:microsoft.com/office/officeart/2011/layout/InterconnectedBlockProcess"/>
    <dgm:cxn modelId="{2AC68A3D-1C33-40F1-A5CE-D5AFE03E40CC}" type="presParOf" srcId="{C1269CE6-C767-48CC-AAFD-A238D1FFDABA}" destId="{06F8D57B-EDF4-4CF4-8700-DC2CA3E3028E}" srcOrd="0" destOrd="0" presId="urn:microsoft.com/office/officeart/2011/layout/InterconnectedBlockProcess"/>
    <dgm:cxn modelId="{1AC84B5C-9F91-4220-9E7F-5BE6D44EABB4}" type="presParOf" srcId="{A6BCDA7B-D633-438F-B44D-CB4D60E5C492}" destId="{6BCCFBA6-7A43-4631-AD7F-AFB10E1E6CD7}" srcOrd="10" destOrd="0" presId="urn:microsoft.com/office/officeart/2011/layout/InterconnectedBlockProcess"/>
    <dgm:cxn modelId="{4D501E81-798D-4E10-9739-3749808FDBE7}" type="presParOf" srcId="{A6BCDA7B-D633-438F-B44D-CB4D60E5C492}" destId="{00BB3360-A9BB-4051-A4B1-1216F82F642C}" srcOrd="11" destOrd="0" presId="urn:microsoft.com/office/officeart/2011/layout/InterconnectedBlockProcess"/>
    <dgm:cxn modelId="{61C4626E-22F6-45E2-856C-8C7D72EEE8E3}" type="presParOf" srcId="{A6BCDA7B-D633-438F-B44D-CB4D60E5C492}" destId="{7305DF14-0FF5-45E4-8B19-015814092DBD}" srcOrd="12" destOrd="0" presId="urn:microsoft.com/office/officeart/2011/layout/InterconnectedBlockProcess"/>
    <dgm:cxn modelId="{40E047E4-8B96-4BE3-A685-38A19A4860FE}" type="presParOf" srcId="{7305DF14-0FF5-45E4-8B19-015814092DBD}" destId="{A134CDD1-D85F-44EF-8BEE-9F99A855C1E6}" srcOrd="0" destOrd="0" presId="urn:microsoft.com/office/officeart/2011/layout/InterconnectedBlockProcess"/>
    <dgm:cxn modelId="{7D071F6A-A4AA-4BFF-AC77-DA71956DD8F9}" type="presParOf" srcId="{A6BCDA7B-D633-438F-B44D-CB4D60E5C492}" destId="{1C91D7E3-8940-4A33-9182-677DD5415901}" srcOrd="13" destOrd="0" presId="urn:microsoft.com/office/officeart/2011/layout/InterconnectedBlockProcess"/>
    <dgm:cxn modelId="{189850BB-B69B-4D35-82C0-6BC106290228}" type="presParOf" srcId="{A6BCDA7B-D633-438F-B44D-CB4D60E5C492}" destId="{65257024-FAC0-4522-B139-1CC85B547BE8}" srcOrd="14" destOrd="0" presId="urn:microsoft.com/office/officeart/2011/layout/InterconnectedBlockProcess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CAE5A4D-0C7B-48A6-917B-0B8433D0574B}">
      <dsp:nvSpPr>
        <dsp:cNvPr id="0" name=""/>
        <dsp:cNvSpPr/>
      </dsp:nvSpPr>
      <dsp:spPr>
        <a:xfrm>
          <a:off x="7173684" y="811639"/>
          <a:ext cx="1278320" cy="3246556"/>
        </a:xfrm>
        <a:prstGeom prst="wedgeRectCallout">
          <a:avLst>
            <a:gd name="adj1" fmla="val 0"/>
            <a:gd name="adj2" fmla="val 0"/>
          </a:avLst>
        </a:prstGeom>
        <a:solidFill>
          <a:schemeClr val="accent1">
            <a:tint val="5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7150" tIns="57150" rIns="57150" bIns="57150" numCol="1" spcCol="1270" anchor="t" anchorCtr="0">
          <a:noAutofit/>
        </a:bodyPr>
        <a:lstStyle/>
        <a:p>
          <a:pPr lvl="0" algn="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800" kern="1200" dirty="0" smtClean="0">
              <a:latin typeface="Times New Roman" panose="02020603050405020304" pitchFamily="18" charset="0"/>
              <a:cs typeface="Times New Roman" panose="02020603050405020304" pitchFamily="18" charset="0"/>
            </a:rPr>
            <a:t>Will be assigned in Shadow Sprint</a:t>
          </a:r>
          <a:endParaRPr lang="en-US" sz="1800" kern="1200" dirty="0"/>
        </a:p>
      </dsp:txBody>
      <dsp:txXfrm>
        <a:off x="7335949" y="811639"/>
        <a:ext cx="1116055" cy="3246556"/>
      </dsp:txXfrm>
    </dsp:sp>
    <dsp:sp modelId="{C73DE52A-2F45-45E6-AD0E-D5BEAF609F8E}">
      <dsp:nvSpPr>
        <dsp:cNvPr id="0" name=""/>
        <dsp:cNvSpPr/>
      </dsp:nvSpPr>
      <dsp:spPr>
        <a:xfrm>
          <a:off x="7173684" y="0"/>
          <a:ext cx="1278320" cy="811639"/>
        </a:xfrm>
        <a:prstGeom prst="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3500" tIns="63500" rIns="63500" bIns="63500" numCol="1" spcCol="1270" anchor="ctr" anchorCtr="0">
          <a:noAutofit/>
        </a:bodyPr>
        <a:lstStyle/>
        <a:p>
          <a:pPr lvl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000" kern="1200" dirty="0" smtClean="0">
              <a:latin typeface="Times New Roman" panose="02020603050405020304" pitchFamily="18" charset="0"/>
              <a:cs typeface="Times New Roman" panose="02020603050405020304" pitchFamily="18" charset="0"/>
            </a:rPr>
            <a:t>Final Review</a:t>
          </a:r>
          <a:endParaRPr lang="en-US" sz="2000" kern="1200" dirty="0">
            <a:latin typeface="Times New Roman" panose="02020603050405020304" pitchFamily="18" charset="0"/>
            <a:cs typeface="Times New Roman" panose="02020603050405020304" pitchFamily="18" charset="0"/>
          </a:endParaRPr>
        </a:p>
      </dsp:txBody>
      <dsp:txXfrm>
        <a:off x="7173684" y="0"/>
        <a:ext cx="1278320" cy="811639"/>
      </dsp:txXfrm>
    </dsp:sp>
    <dsp:sp modelId="{FC0F1314-3294-4A8C-8DCE-EB53E236164C}">
      <dsp:nvSpPr>
        <dsp:cNvPr id="0" name=""/>
        <dsp:cNvSpPr/>
      </dsp:nvSpPr>
      <dsp:spPr>
        <a:xfrm>
          <a:off x="5898557" y="811639"/>
          <a:ext cx="1278320" cy="3043646"/>
        </a:xfrm>
        <a:prstGeom prst="wedgeRectCallout">
          <a:avLst>
            <a:gd name="adj1" fmla="val 62500"/>
            <a:gd name="adj2" fmla="val 20830"/>
          </a:avLst>
        </a:prstGeom>
        <a:solidFill>
          <a:schemeClr val="accent1">
            <a:tint val="50000"/>
            <a:hueOff val="-3179766"/>
            <a:satOff val="8519"/>
            <a:lumOff val="3094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7150" tIns="57150" rIns="57150" bIns="57150" numCol="1" spcCol="1270" anchor="t" anchorCtr="0">
          <a:noAutofit/>
        </a:bodyPr>
        <a:lstStyle/>
        <a:p>
          <a:pPr lvl="0" algn="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800" kern="1200" dirty="0" smtClean="0">
              <a:latin typeface="Times New Roman" panose="02020603050405020304" pitchFamily="18" charset="0"/>
              <a:cs typeface="Times New Roman" panose="02020603050405020304" pitchFamily="18" charset="0"/>
            </a:rPr>
            <a:t>Will be assigned in Shadow Sprint</a:t>
          </a:r>
          <a:endParaRPr lang="en-US" sz="1800" kern="1200" dirty="0"/>
        </a:p>
      </dsp:txBody>
      <dsp:txXfrm>
        <a:off x="6060823" y="811639"/>
        <a:ext cx="1116055" cy="3043646"/>
      </dsp:txXfrm>
    </dsp:sp>
    <dsp:sp modelId="{2AAD338D-3122-4454-9A67-16BE024D44E3}">
      <dsp:nvSpPr>
        <dsp:cNvPr id="0" name=""/>
        <dsp:cNvSpPr/>
      </dsp:nvSpPr>
      <dsp:spPr>
        <a:xfrm>
          <a:off x="5898557" y="101454"/>
          <a:ext cx="1278320" cy="710184"/>
        </a:xfrm>
        <a:prstGeom prst="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3500" tIns="63500" rIns="63500" bIns="63500" numCol="1" spcCol="1270" anchor="ctr" anchorCtr="0">
          <a:noAutofit/>
        </a:bodyPr>
        <a:lstStyle/>
        <a:p>
          <a:pPr lvl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000" kern="1200" dirty="0" smtClean="0">
              <a:latin typeface="Times New Roman" panose="02020603050405020304" pitchFamily="18" charset="0"/>
              <a:cs typeface="Times New Roman" panose="02020603050405020304" pitchFamily="18" charset="0"/>
            </a:rPr>
            <a:t>Review 4</a:t>
          </a:r>
          <a:endParaRPr lang="en-US" sz="2000" kern="1200" dirty="0">
            <a:latin typeface="Times New Roman" panose="02020603050405020304" pitchFamily="18" charset="0"/>
            <a:cs typeface="Times New Roman" panose="02020603050405020304" pitchFamily="18" charset="0"/>
          </a:endParaRPr>
        </a:p>
      </dsp:txBody>
      <dsp:txXfrm>
        <a:off x="5898557" y="101454"/>
        <a:ext cx="1278320" cy="710184"/>
      </dsp:txXfrm>
    </dsp:sp>
    <dsp:sp modelId="{2532504F-5FE1-4C97-B485-F05E8885EACC}">
      <dsp:nvSpPr>
        <dsp:cNvPr id="0" name=""/>
        <dsp:cNvSpPr/>
      </dsp:nvSpPr>
      <dsp:spPr>
        <a:xfrm>
          <a:off x="4620236" y="811639"/>
          <a:ext cx="1278320" cy="2840736"/>
        </a:xfrm>
        <a:prstGeom prst="wedgeRectCallout">
          <a:avLst>
            <a:gd name="adj1" fmla="val 62500"/>
            <a:gd name="adj2" fmla="val 20830"/>
          </a:avLst>
        </a:prstGeom>
        <a:solidFill>
          <a:schemeClr val="accent1">
            <a:tint val="50000"/>
            <a:hueOff val="-6359532"/>
            <a:satOff val="17037"/>
            <a:lumOff val="6188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7150" tIns="57150" rIns="57150" bIns="57150" numCol="1" spcCol="1270" anchor="t" anchorCtr="0">
          <a:noAutofit/>
        </a:bodyPr>
        <a:lstStyle/>
        <a:p>
          <a:pPr lvl="0" algn="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800" kern="1200" dirty="0" smtClean="0">
              <a:latin typeface="Times New Roman" panose="02020603050405020304" pitchFamily="18" charset="0"/>
              <a:cs typeface="Times New Roman" panose="02020603050405020304" pitchFamily="18" charset="0"/>
            </a:rPr>
            <a:t>Will be moved to Shadow Sprint</a:t>
          </a:r>
          <a:endParaRPr lang="en-US" sz="1800" kern="1200" dirty="0">
            <a:latin typeface="Times New Roman" panose="02020603050405020304" pitchFamily="18" charset="0"/>
            <a:cs typeface="Times New Roman" panose="02020603050405020304" pitchFamily="18" charset="0"/>
          </a:endParaRPr>
        </a:p>
      </dsp:txBody>
      <dsp:txXfrm>
        <a:off x="4782502" y="811639"/>
        <a:ext cx="1116055" cy="2840736"/>
      </dsp:txXfrm>
    </dsp:sp>
    <dsp:sp modelId="{4C66D42D-7E6D-4563-AFDC-369C30B73F70}">
      <dsp:nvSpPr>
        <dsp:cNvPr id="0" name=""/>
        <dsp:cNvSpPr/>
      </dsp:nvSpPr>
      <dsp:spPr>
        <a:xfrm>
          <a:off x="4620236" y="206156"/>
          <a:ext cx="1278320" cy="608729"/>
        </a:xfrm>
        <a:prstGeom prst="rect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3500" tIns="63500" rIns="63500" bIns="63500" numCol="1" spcCol="1270" anchor="ctr" anchorCtr="0">
          <a:noAutofit/>
        </a:bodyPr>
        <a:lstStyle/>
        <a:p>
          <a:pPr lvl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000" kern="1200" dirty="0" smtClean="0">
              <a:latin typeface="Times New Roman" panose="02020603050405020304" pitchFamily="18" charset="0"/>
              <a:cs typeface="Times New Roman" panose="02020603050405020304" pitchFamily="18" charset="0"/>
            </a:rPr>
            <a:t>Review 3</a:t>
          </a:r>
          <a:endParaRPr lang="en-US" sz="2000" kern="1200" dirty="0">
            <a:latin typeface="Times New Roman" panose="02020603050405020304" pitchFamily="18" charset="0"/>
            <a:cs typeface="Times New Roman" panose="02020603050405020304" pitchFamily="18" charset="0"/>
          </a:endParaRPr>
        </a:p>
      </dsp:txBody>
      <dsp:txXfrm>
        <a:off x="4620236" y="206156"/>
        <a:ext cx="1278320" cy="608729"/>
      </dsp:txXfrm>
    </dsp:sp>
    <dsp:sp modelId="{06F8D57B-EDF4-4CF4-8700-DC2CA3E3028E}">
      <dsp:nvSpPr>
        <dsp:cNvPr id="0" name=""/>
        <dsp:cNvSpPr/>
      </dsp:nvSpPr>
      <dsp:spPr>
        <a:xfrm>
          <a:off x="3341915" y="811639"/>
          <a:ext cx="1278320" cy="2637826"/>
        </a:xfrm>
        <a:prstGeom prst="wedgeRectCallout">
          <a:avLst>
            <a:gd name="adj1" fmla="val 62500"/>
            <a:gd name="adj2" fmla="val 20830"/>
          </a:avLst>
        </a:prstGeom>
        <a:solidFill>
          <a:schemeClr val="accent1">
            <a:tint val="50000"/>
            <a:hueOff val="-9539299"/>
            <a:satOff val="25556"/>
            <a:lumOff val="9282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3975" tIns="53975" rIns="53975" bIns="53975" numCol="1" spcCol="1270" anchor="t" anchorCtr="0">
          <a:noAutofit/>
        </a:bodyPr>
        <a:lstStyle/>
        <a:p>
          <a:pPr lvl="0" algn="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700" kern="1200" dirty="0" smtClean="0">
              <a:latin typeface="Times New Roman" panose="02020603050405020304" pitchFamily="18" charset="0"/>
              <a:cs typeface="Times New Roman" panose="02020603050405020304" pitchFamily="18" charset="0"/>
            </a:rPr>
            <a:t>Will be attending penetration testing training</a:t>
          </a:r>
          <a:endParaRPr lang="en-US" sz="1700" kern="1200" dirty="0">
            <a:latin typeface="Times New Roman" panose="02020603050405020304" pitchFamily="18" charset="0"/>
            <a:cs typeface="Times New Roman" panose="02020603050405020304" pitchFamily="18" charset="0"/>
          </a:endParaRPr>
        </a:p>
      </dsp:txBody>
      <dsp:txXfrm>
        <a:off x="3504181" y="811639"/>
        <a:ext cx="1116055" cy="2637826"/>
      </dsp:txXfrm>
    </dsp:sp>
    <dsp:sp modelId="{00BB3360-A9BB-4051-A4B1-1216F82F642C}">
      <dsp:nvSpPr>
        <dsp:cNvPr id="0" name=""/>
        <dsp:cNvSpPr/>
      </dsp:nvSpPr>
      <dsp:spPr>
        <a:xfrm>
          <a:off x="3341915" y="304364"/>
          <a:ext cx="1278320" cy="507274"/>
        </a:xfrm>
        <a:prstGeom prst="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3500" tIns="63500" rIns="63500" bIns="63500" numCol="1" spcCol="1270" anchor="ctr" anchorCtr="0">
          <a:noAutofit/>
        </a:bodyPr>
        <a:lstStyle/>
        <a:p>
          <a:pPr lvl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000" kern="1200" dirty="0" smtClean="0">
              <a:latin typeface="Times New Roman" panose="02020603050405020304" pitchFamily="18" charset="0"/>
              <a:cs typeface="Times New Roman" panose="02020603050405020304" pitchFamily="18" charset="0"/>
            </a:rPr>
            <a:t>Review 2</a:t>
          </a:r>
          <a:endParaRPr lang="en-US" sz="2000" kern="1200" dirty="0">
            <a:latin typeface="Times New Roman" panose="02020603050405020304" pitchFamily="18" charset="0"/>
            <a:cs typeface="Times New Roman" panose="02020603050405020304" pitchFamily="18" charset="0"/>
          </a:endParaRPr>
        </a:p>
      </dsp:txBody>
      <dsp:txXfrm>
        <a:off x="3341915" y="304364"/>
        <a:ext cx="1278320" cy="507274"/>
      </dsp:txXfrm>
    </dsp:sp>
    <dsp:sp modelId="{A134CDD1-D85F-44EF-8BEE-9F99A855C1E6}">
      <dsp:nvSpPr>
        <dsp:cNvPr id="0" name=""/>
        <dsp:cNvSpPr/>
      </dsp:nvSpPr>
      <dsp:spPr>
        <a:xfrm>
          <a:off x="2063594" y="811639"/>
          <a:ext cx="1278320" cy="2434917"/>
        </a:xfrm>
        <a:prstGeom prst="wedgeRectCallout">
          <a:avLst>
            <a:gd name="adj1" fmla="val 62500"/>
            <a:gd name="adj2" fmla="val 20830"/>
          </a:avLst>
        </a:prstGeom>
        <a:solidFill>
          <a:schemeClr val="accent1">
            <a:tint val="50000"/>
            <a:hueOff val="-12719064"/>
            <a:satOff val="34075"/>
            <a:lumOff val="12376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4450" tIns="44450" rIns="44450" bIns="44450" numCol="1" spcCol="1270" anchor="t" anchorCtr="0">
          <a:noAutofit/>
        </a:bodyPr>
        <a:lstStyle/>
        <a:p>
          <a:pPr lvl="0" algn="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IN" sz="1400" kern="1200" dirty="0" smtClean="0">
              <a:latin typeface="Times New Roman" panose="02020603050405020304" pitchFamily="18" charset="0"/>
              <a:cs typeface="Times New Roman" panose="02020603050405020304" pitchFamily="18" charset="0"/>
            </a:rPr>
            <a:t>Attended </a:t>
          </a:r>
          <a:r>
            <a:rPr lang="en-IN" sz="1400" b="0" kern="1200" dirty="0" smtClean="0">
              <a:latin typeface="Times New Roman" panose="02020603050405020304" pitchFamily="18" charset="0"/>
              <a:cs typeface="Times New Roman" panose="02020603050405020304" pitchFamily="18" charset="0"/>
            </a:rPr>
            <a:t>Cybersecurity training.</a:t>
          </a:r>
        </a:p>
        <a:p>
          <a:pPr lvl="0" algn="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400" kern="1200" dirty="0" smtClean="0">
              <a:latin typeface="Times New Roman" panose="02020603050405020304" pitchFamily="18" charset="0"/>
              <a:cs typeface="Times New Roman" panose="02020603050405020304" pitchFamily="18" charset="0"/>
            </a:rPr>
            <a:t>Currently attending </a:t>
          </a:r>
          <a:r>
            <a:rPr lang="en-US" sz="1400" b="0" kern="1200" dirty="0" smtClean="0">
              <a:latin typeface="Times New Roman" panose="02020603050405020304" pitchFamily="18" charset="0"/>
              <a:cs typeface="Times New Roman" panose="02020603050405020304" pitchFamily="18" charset="0"/>
            </a:rPr>
            <a:t>Penetration Testing training</a:t>
          </a:r>
          <a:endParaRPr lang="en-US" sz="1400" b="0" kern="1200" dirty="0">
            <a:latin typeface="Times New Roman" panose="02020603050405020304" pitchFamily="18" charset="0"/>
            <a:cs typeface="Times New Roman" panose="02020603050405020304" pitchFamily="18" charset="0"/>
          </a:endParaRPr>
        </a:p>
      </dsp:txBody>
      <dsp:txXfrm>
        <a:off x="2225860" y="811639"/>
        <a:ext cx="1116055" cy="2434917"/>
      </dsp:txXfrm>
    </dsp:sp>
    <dsp:sp modelId="{65257024-FAC0-4522-B139-1CC85B547BE8}">
      <dsp:nvSpPr>
        <dsp:cNvPr id="0" name=""/>
        <dsp:cNvSpPr/>
      </dsp:nvSpPr>
      <dsp:spPr>
        <a:xfrm>
          <a:off x="2063594" y="405819"/>
          <a:ext cx="1278320" cy="405819"/>
        </a:xfrm>
        <a:prstGeom prst="rect">
          <a:avLst/>
        </a:prstGeom>
        <a:solidFill>
          <a:schemeClr val="accent6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3500" tIns="63500" rIns="63500" bIns="63500" numCol="1" spcCol="1270" anchor="ctr" anchorCtr="0">
          <a:noAutofit/>
        </a:bodyPr>
        <a:lstStyle/>
        <a:p>
          <a:pPr lvl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000" kern="1200" dirty="0" smtClean="0">
              <a:latin typeface="Times New Roman" panose="02020603050405020304" pitchFamily="18" charset="0"/>
              <a:cs typeface="Times New Roman" panose="02020603050405020304" pitchFamily="18" charset="0"/>
            </a:rPr>
            <a:t>Review 1</a:t>
          </a:r>
          <a:endParaRPr lang="en-US" sz="2000" kern="1200" dirty="0">
            <a:latin typeface="Times New Roman" panose="02020603050405020304" pitchFamily="18" charset="0"/>
            <a:cs typeface="Times New Roman" panose="02020603050405020304" pitchFamily="18" charset="0"/>
          </a:endParaRPr>
        </a:p>
      </dsp:txBody>
      <dsp:txXfrm>
        <a:off x="2063594" y="405819"/>
        <a:ext cx="1278320" cy="405819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1/layout/InterconnectedBlockProcess">
  <dgm:title val="Interconnected Block Process"/>
  <dgm:desc val="Use to show sequential steps in a process. Works best with small amounts of Level 1 text and medium amounts of Level 2 text."/>
  <dgm:catLst>
    <dgm:cat type="process" pri="5500"/>
    <dgm:cat type="officeonline" pri="3500"/>
  </dgm:catLst>
  <dgm:sampData>
    <dgm:dataModel>
      <dgm:ptLst>
        <dgm:pt modelId="0" type="doc"/>
        <dgm:pt modelId="10">
          <dgm:prSet phldr="1"/>
        </dgm:pt>
        <dgm:pt modelId="11">
          <dgm:prSet phldr="1"/>
        </dgm:pt>
        <dgm:pt modelId="20">
          <dgm:prSet phldr="1"/>
        </dgm:pt>
        <dgm:pt modelId="21">
          <dgm:prSet phldr="1"/>
        </dgm:pt>
        <dgm:pt modelId="30">
          <dgm:prSet phldr="1"/>
        </dgm:pt>
        <dgm:pt modelId="31">
          <dgm:prSet phldr="1"/>
        </dgm:pt>
      </dgm:ptLst>
      <dgm:cxnLst>
        <dgm:cxn modelId="40" srcId="0" destId="10" srcOrd="0" destOrd="0"/>
        <dgm:cxn modelId="12" srcId="10" destId="11" srcOrd="0" destOrd="0"/>
        <dgm:cxn modelId="50" srcId="0" destId="20" srcOrd="1" destOrd="0"/>
        <dgm:cxn modelId="22" srcId="20" destId="21" srcOrd="0" destOrd="0"/>
        <dgm:cxn modelId="60" srcId="0" destId="30" srcOrd="2" destOrd="0"/>
        <dgm:cxn modelId="32" srcId="30" destId="31" srcOrd="0" destOrd="0"/>
      </dgm:cxnLst>
      <dgm:bg/>
      <dgm:whole/>
    </dgm:dataModel>
  </dgm:sampData>
  <dgm:styleData>
    <dgm:dataModel>
      <dgm:ptLst>
        <dgm:pt modelId="0" type="doc"/>
        <dgm:pt modelId="10">
          <dgm:prSet phldr="1"/>
        </dgm:pt>
        <dgm:pt modelId="11">
          <dgm:prSet phldr="1"/>
        </dgm:pt>
        <dgm:pt modelId="20">
          <dgm:prSet phldr="1"/>
        </dgm:pt>
        <dgm:pt modelId="21">
          <dgm:prSet phldr="1"/>
        </dgm:pt>
      </dgm:ptLst>
      <dgm:cxnLst>
        <dgm:cxn modelId="40" srcId="0" destId="10" srcOrd="0" destOrd="0"/>
        <dgm:cxn modelId="12" srcId="10" destId="11" srcOrd="0" destOrd="0"/>
        <dgm:cxn modelId="50" srcId="0" destId="20" srcOrd="1" destOrd="0"/>
        <dgm:cxn modelId="22" srcId="20" destId="21" srcOrd="0" destOrd="0"/>
      </dgm:cxnLst>
      <dgm:bg/>
      <dgm:whole/>
    </dgm:dataModel>
  </dgm:styleData>
  <dgm:clrData>
    <dgm:dataModel>
      <dgm:ptLst>
        <dgm:pt modelId="0" type="doc"/>
        <dgm:pt modelId="10">
          <dgm:prSet phldr="1"/>
        </dgm:pt>
        <dgm:pt modelId="11">
          <dgm:prSet phldr="1"/>
        </dgm:pt>
        <dgm:pt modelId="20">
          <dgm:prSet phldr="1"/>
        </dgm:pt>
        <dgm:pt modelId="21">
          <dgm:prSet phldr="1"/>
        </dgm:pt>
        <dgm:pt modelId="30">
          <dgm:prSet phldr="1"/>
        </dgm:pt>
        <dgm:pt modelId="31">
          <dgm:prSet phldr="1"/>
        </dgm:pt>
        <dgm:pt modelId="40">
          <dgm:prSet phldr="1"/>
        </dgm:pt>
        <dgm:pt modelId="41">
          <dgm:prSet phldr="1"/>
        </dgm:pt>
      </dgm:ptLst>
      <dgm:cxnLst>
        <dgm:cxn modelId="40" srcId="0" destId="10" srcOrd="0" destOrd="0"/>
        <dgm:cxn modelId="12" srcId="10" destId="11" srcOrd="0" destOrd="0"/>
        <dgm:cxn modelId="50" srcId="0" destId="20" srcOrd="1" destOrd="0"/>
        <dgm:cxn modelId="22" srcId="20" destId="21" srcOrd="0" destOrd="0"/>
        <dgm:cxn modelId="60" srcId="0" destId="30" srcOrd="2" destOrd="0"/>
        <dgm:cxn modelId="32" srcId="30" destId="31" srcOrd="0" destOrd="0"/>
        <dgm:cxn modelId="70" srcId="0" destId="40" srcOrd="2" destOrd="0"/>
        <dgm:cxn modelId="42" srcId="40" destId="41" srcOrd="0" destOrd="0"/>
      </dgm:cxnLst>
      <dgm:bg/>
      <dgm:whole/>
    </dgm:dataModel>
  </dgm:clrData>
  <dgm:layoutNode name="Name0">
    <dgm:varLst>
      <dgm:chMax val="7"/>
      <dgm:chPref val="5"/>
      <dgm:dir/>
      <dgm:animOne val="branch"/>
      <dgm:animLvl val="lvl"/>
    </dgm:varLst>
    <dgm:shape xmlns:r="http://schemas.openxmlformats.org/officeDocument/2006/relationships" r:blip="">
      <dgm:adjLst/>
    </dgm:shape>
    <dgm:choose name="Name1">
      <dgm:if name="Name2" func="var" arg="dir" op="equ" val="norm">
        <dgm:choose name="Name3">
          <dgm:if name="Name4" axis="ch" ptType="node" func="cnt" op="equ" val="1">
            <dgm:alg type="composite">
              <dgm:param type="ar" val="0.45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l" for="ch" forName="ChildAccent1" refType="w" fact="0"/>
              <dgm:constr type="t" for="ch" forName="ChildAccent1" refType="h" fact="0.1429"/>
              <dgm:constr type="w" for="ch" forName="ChildAccent1" refType="w"/>
              <dgm:constr type="h" for="ch" forName="ChildAccent1" refType="h" fact="0.8571"/>
              <dgm:constr type="l" for="ch" forName="Child1" refType="w" fact="0.127"/>
              <dgm:constr type="t" for="ch" forName="Child1" refType="h" fact="0.1429"/>
              <dgm:constr type="w" for="ch" forName="Child1" refType="w" fact="0.873"/>
              <dgm:constr type="h" for="ch" forName="Child1" refType="h" fact="0.8571"/>
              <dgm:constr type="l" for="ch" forName="Parent1" refType="w" fact="0"/>
              <dgm:constr type="t" for="ch" forName="Parent1" refType="h" fact="0"/>
              <dgm:constr type="w" for="ch" forName="Parent1" refType="w"/>
              <dgm:constr type="h" for="ch" forName="Parent1" refType="h" fact="0.1429"/>
            </dgm:constrLst>
          </dgm:if>
          <dgm:if name="Name5" axis="ch" ptType="node" func="cnt" op="equ" val="2">
            <dgm:alg type="composite">
              <dgm:param type="ar" val="0.8129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Parent2" refType="primFontSz" refFor="des" refForName="Parent1" op="equ"/>
              <dgm:constr type="primFontSz" for="des" forName="Child2" refType="primFontSz" refFor="des" refForName="Child1" op="equ"/>
              <dgm:constr type="l" for="ch" forName="ChildAccent1" refType="w" fact="0"/>
              <dgm:constr type="t" for="ch" forName="ChildAccent1" refType="h" fact="0.1613"/>
              <dgm:constr type="w" for="ch" forName="ChildAccent1" refType="w" fact="0.5"/>
              <dgm:constr type="h" for="ch" forName="ChildAccent1" refType="h" fact="0.7742"/>
              <dgm:constr type="l" for="ch" forName="Child1" refType="w" fact="0.0635"/>
              <dgm:constr type="t" for="ch" forName="Child1" refType="h" fact="0.1613"/>
              <dgm:constr type="w" for="ch" forName="Child1" refType="w" fact="0.4365"/>
              <dgm:constr type="h" for="ch" forName="Child1" refType="h" fact="0.7742"/>
              <dgm:constr type="l" for="ch" forName="Parent1" refType="w" fact="0"/>
              <dgm:constr type="t" for="ch" forName="Parent1" refType="h" fact="0.0323"/>
              <dgm:constr type="w" for="ch" forName="Parent1" refType="w" fact="0.5"/>
              <dgm:constr type="h" for="ch" forName="Parent1" refType="h" fact="0.129"/>
              <dgm:constr type="l" for="ch" forName="ChildAccent2" refType="w" fact="0.5"/>
              <dgm:constr type="t" for="ch" forName="ChildAccent2" refType="h" fact="0.1613"/>
              <dgm:constr type="w" for="ch" forName="ChildAccent2" refType="w" fact="0.5"/>
              <dgm:constr type="h" for="ch" forName="ChildAccent2" refType="h" fact="0.8387"/>
              <dgm:constr type="l" for="ch" forName="Child2" refType="w" fact="0.5635"/>
              <dgm:constr type="t" for="ch" forName="Child2" refType="h" fact="0.1613"/>
              <dgm:constr type="w" for="ch" forName="Child2" refType="w" fact="0.4365"/>
              <dgm:constr type="h" for="ch" forName="Child2" refType="h" fact="0.8387"/>
              <dgm:constr type="l" for="ch" forName="Parent2" refType="w" fact="0.5"/>
              <dgm:constr type="t" for="ch" forName="Parent2" refType="h" fact="0"/>
              <dgm:constr type="w" for="ch" forName="Parent2" refType="w" fact="0.5"/>
              <dgm:constr type="h" for="ch" forName="Parent2" refType="h" fact="0.1613"/>
            </dgm:constrLst>
          </dgm:if>
          <dgm:if name="Name6" axis="ch" ptType="node" func="cnt" op="equ" val="3">
            <dgm:alg type="composite">
              <dgm:param type="ar" val="1.1129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l" for="ch" forName="ChildAccent1" refType="w" fact="0"/>
              <dgm:constr type="t" for="ch" forName="ChildAccent1" refType="h" fact="0.1757"/>
              <dgm:constr type="w" for="ch" forName="ChildAccent1" refType="w" fact="0.3333"/>
              <dgm:constr type="h" for="ch" forName="ChildAccent1" refType="h" fact="0.7066"/>
              <dgm:constr type="l" for="ch" forName="Child1" refType="w" fact="0.0423"/>
              <dgm:constr type="t" for="ch" forName="Child1" refType="h" fact="0.1757"/>
              <dgm:constr type="w" for="ch" forName="Child1" refType="w" fact="0.291"/>
              <dgm:constr type="h" for="ch" forName="Child1" refType="h" fact="0.7066"/>
              <dgm:constr type="l" for="ch" forName="Parent1" refType="w" fact="0"/>
              <dgm:constr type="t" for="ch" forName="Parent1" refType="h" fact="0.0579"/>
              <dgm:constr type="w" for="ch" forName="Parent1" refType="w" fact="0.3333"/>
              <dgm:constr type="h" for="ch" forName="Parent1" refType="h" fact="0.1178"/>
              <dgm:constr type="l" for="ch" forName="ChildAccent2" refType="w" fact="0.3333"/>
              <dgm:constr type="t" for="ch" forName="ChildAccent2" refType="h" fact="0.1757"/>
              <dgm:constr type="w" for="ch" forName="ChildAccent2" refType="w" fact="0.3333"/>
              <dgm:constr type="h" for="ch" forName="ChildAccent2" refType="h" fact="0.7655"/>
              <dgm:constr type="l" for="ch" forName="Child2" refType="w" fact="0.3756"/>
              <dgm:constr type="t" for="ch" forName="Child2" refType="h" fact="0.1757"/>
              <dgm:constr type="w" for="ch" forName="Child2" refType="w" fact="0.291"/>
              <dgm:constr type="h" for="ch" forName="Child2" refType="h" fact="0.7655"/>
              <dgm:constr type="l" for="ch" forName="Parent2" refType="w" fact="0.3333"/>
              <dgm:constr type="t" for="ch" forName="Parent2" refType="h" fact="0.0285"/>
              <dgm:constr type="w" for="ch" forName="Parent2" refType="w" fact="0.3333"/>
              <dgm:constr type="h" for="ch" forName="Parent2" refType="h" fact="0.1472"/>
              <dgm:constr type="l" for="ch" forName="ChildAccent3" refType="w" fact="0.6667"/>
              <dgm:constr type="t" for="ch" forName="ChildAccent3" refType="h" fact="0.1757"/>
              <dgm:constr type="w" for="ch" forName="ChildAccent3" refType="w" fact="0.3333"/>
              <dgm:constr type="h" for="ch" forName="ChildAccent3" refType="h" fact="0.8243"/>
              <dgm:constr type="l" for="ch" forName="Child3" refType="w" fact="0.709"/>
              <dgm:constr type="t" for="ch" forName="Child3" refType="h" fact="0.1757"/>
              <dgm:constr type="w" for="ch" forName="Child3" refType="w" fact="0.291"/>
              <dgm:constr type="h" for="ch" forName="Child3" refType="h" fact="0.8243"/>
              <dgm:constr type="l" for="ch" forName="Parent3" refType="w" fact="0.6667"/>
              <dgm:constr type="t" for="ch" forName="Parent3" refType="h" fact="0"/>
              <dgm:constr type="w" for="ch" forName="Parent3" refType="w" fact="0.3333"/>
              <dgm:constr type="h" for="ch" forName="Parent3" refType="h" fact="0.176"/>
            </dgm:constrLst>
          </dgm:if>
          <dgm:if name="Name7" axis="ch" ptType="node" func="cnt" op="equ" val="4">
            <dgm:alg type="composite">
              <dgm:param type="ar" val="1.3622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l" for="ch" forName="ChildAccent1" refType="w" fact="0"/>
              <dgm:constr type="t" for="ch" forName="ChildAccent1" refType="h" fact="0.1892"/>
              <dgm:constr type="w" for="ch" forName="ChildAccent1" refType="w" fact="0.25"/>
              <dgm:constr type="h" for="ch" forName="ChildAccent1" refType="h" fact="0.6486"/>
              <dgm:constr type="l" for="ch" forName="Child1" refType="w" fact="0.0317"/>
              <dgm:constr type="t" for="ch" forName="Child1" refType="h" fact="0.1892"/>
              <dgm:constr type="w" for="ch" forName="Child1" refType="w" fact="0.2183"/>
              <dgm:constr type="h" for="ch" forName="Child1" refType="h" fact="0.6486"/>
              <dgm:constr type="l" for="ch" forName="Parent1" refType="w" fact="0"/>
              <dgm:constr type="t" for="ch" forName="Parent1" refType="h" fact="0.0811"/>
              <dgm:constr type="w" for="ch" forName="Parent1" refType="w" fact="0.25"/>
              <dgm:constr type="h" for="ch" forName="Parent1" refType="h" fact="0.1081"/>
              <dgm:constr type="l" for="ch" forName="ChildAccent2" refType="w" fact="0.25"/>
              <dgm:constr type="t" for="ch" forName="ChildAccent2" refType="h" fact="0.1892"/>
              <dgm:constr type="w" for="ch" forName="ChildAccent2" refType="w" fact="0.25"/>
              <dgm:constr type="h" for="ch" forName="ChildAccent2" refType="h" fact="0.7027"/>
              <dgm:constr type="l" for="ch" forName="Child2" refType="w" fact="0.2817"/>
              <dgm:constr type="t" for="ch" forName="Child2" refType="h" fact="0.1892"/>
              <dgm:constr type="w" for="ch" forName="Child2" refType="w" fact="0.2183"/>
              <dgm:constr type="h" for="ch" forName="Child2" refType="h" fact="0.7027"/>
              <dgm:constr type="l" for="ch" forName="Parent2" refType="w" fact="0.25"/>
              <dgm:constr type="t" for="ch" forName="Parent2" refType="h" fact="0.0541"/>
              <dgm:constr type="w" for="ch" forName="Parent2" refType="w" fact="0.25"/>
              <dgm:constr type="h" for="ch" forName="Parent2" refType="h" fact="0.1351"/>
              <dgm:constr type="l" for="ch" forName="ChildAccent3" refType="w" fact="0.5"/>
              <dgm:constr type="t" for="ch" forName="ChildAccent3" refType="h" fact="0.1892"/>
              <dgm:constr type="w" for="ch" forName="ChildAccent3" refType="w" fact="0.25"/>
              <dgm:constr type="h" for="ch" forName="ChildAccent3" refType="h" fact="0.7568"/>
              <dgm:constr type="l" for="ch" forName="Child3" refType="w" fact="0.5317"/>
              <dgm:constr type="t" for="ch" forName="Child3" refType="h" fact="0.1892"/>
              <dgm:constr type="w" for="ch" forName="Child3" refType="w" fact="0.2183"/>
              <dgm:constr type="h" for="ch" forName="Child3" refType="h" fact="0.7568"/>
              <dgm:constr type="l" for="ch" forName="Parent3" refType="w" fact="0.5"/>
              <dgm:constr type="t" for="ch" forName="Parent3" refType="h" fact="0.0275"/>
              <dgm:constr type="w" for="ch" forName="Parent3" refType="w" fact="0.25"/>
              <dgm:constr type="h" for="ch" forName="Parent3" refType="h" fact="0.1622"/>
              <dgm:constr type="l" for="ch" forName="ChildAccent4" refType="w" fact="0.75"/>
              <dgm:constr type="t" for="ch" forName="ChildAccent4" refType="h" fact="0.1892"/>
              <dgm:constr type="w" for="ch" forName="ChildAccent4" refType="w" fact="0.25"/>
              <dgm:constr type="h" for="ch" forName="ChildAccent4" refType="h" fact="0.8108"/>
              <dgm:constr type="l" for="ch" forName="Child4" refType="w" fact="0.7817"/>
              <dgm:constr type="t" for="ch" forName="Child4" refType="h" fact="0.1892"/>
              <dgm:constr type="w" for="ch" forName="Child4" refType="w" fact="0.2183"/>
              <dgm:constr type="h" for="ch" forName="Child4" refType="h" fact="0.8108"/>
              <dgm:constr type="l" for="ch" forName="Parent4" refType="w" fact="0.75"/>
              <dgm:constr type="t" for="ch" forName="Parent4" refType="h" fact="0"/>
              <dgm:constr type="w" for="ch" forName="Parent4" refType="w" fact="0.25"/>
              <dgm:constr type="h" for="ch" forName="Parent4" refType="h" fact="0.1892"/>
            </dgm:constrLst>
          </dgm:if>
          <dgm:if name="Name8" axis="ch" ptType="node" func="cnt" op="equ" val="5">
            <dgm:alg type="composite">
              <dgm:param type="ar" val="1.5742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l" for="ch" forName="ChildAccent1" refType="w" fact="0"/>
              <dgm:constr type="t" for="ch" forName="ChildAccent1" refType="h" fact="0.2"/>
              <dgm:constr type="w" for="ch" forName="ChildAccent1" refType="w" fact="0.2001"/>
              <dgm:constr type="h" for="ch" forName="ChildAccent1" refType="h" fact="0.6"/>
              <dgm:constr type="l" for="ch" forName="Child1" refType="w" fact="0.0254"/>
              <dgm:constr type="t" for="ch" forName="Child1" refType="h" fact="0.2"/>
              <dgm:constr type="w" for="ch" forName="Child1" refType="w" fact="0.1747"/>
              <dgm:constr type="h" for="ch" forName="Child1" refType="h" fact="0.6"/>
              <dgm:constr type="l" for="ch" forName="Parent1" refType="w" fact="0"/>
              <dgm:constr type="t" for="ch" forName="Parent1" refType="h" fact="0.1"/>
              <dgm:constr type="w" for="ch" forName="Parent1" refType="w" fact="0.2001"/>
              <dgm:constr type="h" for="ch" forName="Parent1" refType="h" fact="0.1"/>
              <dgm:constr type="l" for="ch" forName="ChildAccent2" refType="w" fact="0.2001"/>
              <dgm:constr type="t" for="ch" forName="ChildAccent2" refType="h" fact="0.2"/>
              <dgm:constr type="w" for="ch" forName="ChildAccent2" refType="w" fact="0.2001"/>
              <dgm:constr type="h" for="ch" forName="ChildAccent2" refType="h" fact="0.65"/>
              <dgm:constr type="l" for="ch" forName="Child2" refType="w" fact="0.2255"/>
              <dgm:constr type="t" for="ch" forName="Child2" refType="h" fact="0.2"/>
              <dgm:constr type="w" for="ch" forName="Child2" refType="w" fact="0.1747"/>
              <dgm:constr type="h" for="ch" forName="Child2" refType="h" fact="0.65"/>
              <dgm:constr type="l" for="ch" forName="Parent2" refType="w" fact="0.2001"/>
              <dgm:constr type="t" for="ch" forName="Parent2" refType="h" fact="0.075"/>
              <dgm:constr type="w" for="ch" forName="Parent2" refType="w" fact="0.2001"/>
              <dgm:constr type="h" for="ch" forName="Parent2" refType="h" fact="0.125"/>
              <dgm:constr type="l" for="ch" forName="ChildAccent3" refType="w" fact="0.4002"/>
              <dgm:constr type="t" for="ch" forName="ChildAccent3" refType="h" fact="0.2"/>
              <dgm:constr type="w" for="ch" forName="ChildAccent3" refType="w" fact="0.2001"/>
              <dgm:constr type="h" for="ch" forName="ChildAccent3" refType="h" fact="0.7"/>
              <dgm:constr type="l" for="ch" forName="Child3" refType="w" fact="0.4256"/>
              <dgm:constr type="t" for="ch" forName="Child3" refType="h" fact="0.2"/>
              <dgm:constr type="w" for="ch" forName="Child3" refType="w" fact="0.1747"/>
              <dgm:constr type="h" for="ch" forName="Child3" refType="h" fact="0.7"/>
              <dgm:constr type="l" for="ch" forName="Parent3" refType="w" fact="0.4002"/>
              <dgm:constr type="t" for="ch" forName="Parent3" refType="h" fact="0.0508"/>
              <dgm:constr type="w" for="ch" forName="Parent3" refType="w" fact="0.2001"/>
              <dgm:constr type="h" for="ch" forName="Parent3" refType="h" fact="0.15"/>
              <dgm:constr type="l" for="ch" forName="ChildAccent4" refType="w" fact="0.6003"/>
              <dgm:constr type="t" for="ch" forName="ChildAccent4" refType="h" fact="0.2"/>
              <dgm:constr type="w" for="ch" forName="ChildAccent4" refType="w" fact="0.2001"/>
              <dgm:constr type="h" for="ch" forName="ChildAccent4" refType="h" fact="0.75"/>
              <dgm:constr type="l" for="ch" forName="Child4" refType="w" fact="0.6257"/>
              <dgm:constr type="t" for="ch" forName="Child4" refType="h" fact="0.2"/>
              <dgm:constr type="w" for="ch" forName="Child4" refType="w" fact="0.1747"/>
              <dgm:constr type="h" for="ch" forName="Child4" refType="h" fact="0.75"/>
              <dgm:constr type="l" for="ch" forName="Parent4" refType="w" fact="0.6003"/>
              <dgm:constr type="t" for="ch" forName="Parent4" refType="h" fact="0.025"/>
              <dgm:constr type="w" for="ch" forName="Parent4" refType="w" fact="0.2001"/>
              <dgm:constr type="h" for="ch" forName="Parent4" refType="h" fact="0.175"/>
              <dgm:constr type="l" for="ch" forName="ChildAccent5" refType="w" fact="0.7999"/>
              <dgm:constr type="t" for="ch" forName="ChildAccent5" refType="h" fact="0.2"/>
              <dgm:constr type="w" for="ch" forName="ChildAccent5" refType="w" fact="0.2001"/>
              <dgm:constr type="h" for="ch" forName="ChildAccent5" refType="h" fact="0.8"/>
              <dgm:constr type="l" for="ch" forName="Child5" refType="w" fact="0.8253"/>
              <dgm:constr type="t" for="ch" forName="Child5" refType="h" fact="0.2"/>
              <dgm:constr type="w" for="ch" forName="Child5" refType="w" fact="0.1747"/>
              <dgm:constr type="h" for="ch" forName="Child5" refType="h" fact="0.8"/>
              <dgm:constr type="l" for="ch" forName="Parent5" refType="w" fact="0.7999"/>
              <dgm:constr type="t" for="ch" forName="Parent5" refType="h" fact="0"/>
              <dgm:constr type="w" for="ch" forName="Parent5" refType="w" fact="0.2001"/>
              <dgm:constr type="h" for="ch" forName="Parent5" refType="h" fact="0.2"/>
            </dgm:constrLst>
          </dgm:if>
          <dgm:if name="Name9" axis="ch" ptType="node" func="cnt" op="equ" val="6">
            <dgm:alg type="composite">
              <dgm:param type="ar" val="1.7564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6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6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6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6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Child6" refType="primFontSz" refFor="des" refForName="Parent5" op="lte"/>
              <dgm:constr type="primFontSz" for="des" forName="Child1" refType="primFontSz" refFor="des" refForName="Parent6" op="lte"/>
              <dgm:constr type="primFontSz" for="des" forName="Child2" refType="primFontSz" refFor="des" refForName="Parent6" op="lte"/>
              <dgm:constr type="primFontSz" for="des" forName="Child3" refType="primFontSz" refFor="des" refForName="Parent6" op="lte"/>
              <dgm:constr type="primFontSz" for="des" forName="Child4" refType="primFontSz" refFor="des" refForName="Parent6" op="lte"/>
              <dgm:constr type="primFontSz" for="des" forName="Child5" refType="primFontSz" refFor="des" refForName="Parent6" op="lte"/>
              <dgm:constr type="primFontSz" for="des" forName="Child6" refType="primFontSz" refFor="des" refForName="Parent6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Parent6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primFontSz" for="des" forName="Child6" refType="primFontSz" refFor="des" refForName="Child1" op="equ"/>
              <dgm:constr type="l" for="ch" forName="ChildAccent1" refType="w" fact="0"/>
              <dgm:constr type="t" for="ch" forName="ChildAccent1" refType="h" fact="0.2087"/>
              <dgm:constr type="w" for="ch" forName="ChildAccent1" refType="w" fact="0.167"/>
              <dgm:constr type="h" for="ch" forName="ChildAccent1" refType="h" fact="0.5586"/>
              <dgm:constr type="l" for="ch" forName="Child1" refType="w" fact="0.0212"/>
              <dgm:constr type="t" for="ch" forName="Child1" refType="h" fact="0.2087"/>
              <dgm:constr type="w" for="ch" forName="Child1" refType="w" fact="0.1458"/>
              <dgm:constr type="h" for="ch" forName="Child1" refType="h" fact="0.5586"/>
              <dgm:constr type="l" for="ch" forName="Parent1" refType="w" fact="0"/>
              <dgm:constr type="t" for="ch" forName="Parent1" refType="h" fact="0.1156"/>
              <dgm:constr type="w" for="ch" forName="Parent1" refType="w" fact="0.167"/>
              <dgm:constr type="h" for="ch" forName="Parent1" refType="h" fact="0.0931"/>
              <dgm:constr type="l" for="ch" forName="ChildAccent2" refType="w" fact="0.167"/>
              <dgm:constr type="t" for="ch" forName="ChildAccent2" refType="h" fact="0.2087"/>
              <dgm:constr type="w" for="ch" forName="ChildAccent2" refType="w" fact="0.167"/>
              <dgm:constr type="h" for="ch" forName="ChildAccent2" refType="h" fact="0.6051"/>
              <dgm:constr type="l" for="ch" forName="Child2" refType="w" fact="0.1888"/>
              <dgm:constr type="t" for="ch" forName="Child2" refType="h" fact="0.2087"/>
              <dgm:constr type="w" for="ch" forName="Child2" refType="w" fact="0.1458"/>
              <dgm:constr type="h" for="ch" forName="Child2" refType="h" fact="0.6051"/>
              <dgm:constr type="l" for="ch" forName="Parent2" refType="w" fact="0.167"/>
              <dgm:constr type="t" for="ch" forName="Parent2" refType="h" fact="0.0923"/>
              <dgm:constr type="w" for="ch" forName="Parent2" refType="w" fact="0.167"/>
              <dgm:constr type="h" for="ch" forName="Parent2" refType="h" fact="0.1164"/>
              <dgm:constr type="l" for="ch" forName="ChildAccent3" refType="w" fact="0.3339"/>
              <dgm:constr type="t" for="ch" forName="ChildAccent3" refType="h" fact="0.2087"/>
              <dgm:constr type="w" for="ch" forName="ChildAccent3" refType="w" fact="0.167"/>
              <dgm:constr type="h" for="ch" forName="ChildAccent3" refType="h" fact="0.6517"/>
              <dgm:constr type="l" for="ch" forName="Child3" refType="w" fact="0.3551"/>
              <dgm:constr type="t" for="ch" forName="Child3" refType="h" fact="0.2087"/>
              <dgm:constr type="w" for="ch" forName="Child3" refType="w" fact="0.1458"/>
              <dgm:constr type="h" for="ch" forName="Child3" refType="h" fact="0.6517"/>
              <dgm:constr type="l" for="ch" forName="Parent3" refType="w" fact="0.3339"/>
              <dgm:constr type="t" for="ch" forName="Parent3" refType="h" fact="0.0698"/>
              <dgm:constr type="w" for="ch" forName="Parent3" refType="w" fact="0.167"/>
              <dgm:constr type="h" for="ch" forName="Parent3" refType="h" fact="0.1396"/>
              <dgm:constr type="l" for="ch" forName="ChildAccent4" refType="w" fact="0.5009"/>
              <dgm:constr type="t" for="ch" forName="ChildAccent4" refType="h" fact="0.2087"/>
              <dgm:constr type="w" for="ch" forName="ChildAccent4" refType="w" fact="0.167"/>
              <dgm:constr type="h" for="ch" forName="ChildAccent4" refType="h" fact="0.6982"/>
              <dgm:constr type="l" for="ch" forName="Child4" refType="w" fact="0.5221"/>
              <dgm:constr type="t" for="ch" forName="Child4" refType="h" fact="0.2087"/>
              <dgm:constr type="w" for="ch" forName="Child4" refType="w" fact="0.1458"/>
              <dgm:constr type="h" for="ch" forName="Child4" refType="h" fact="0.6982"/>
              <dgm:constr type="l" for="ch" forName="Parent4" refType="w" fact="0.501"/>
              <dgm:constr type="t" for="ch" forName="Parent4" refType="h" fact="0.0458"/>
              <dgm:constr type="w" for="ch" forName="Parent4" refType="w" fact="0.167"/>
              <dgm:constr type="h" for="ch" forName="Parent4" refType="h" fact="0.1629"/>
              <dgm:constr type="l" for="ch" forName="ChildAccent5" refType="w" fact="0.6674"/>
              <dgm:constr type="t" for="ch" forName="ChildAccent5" refType="h" fact="0.2087"/>
              <dgm:constr type="w" for="ch" forName="ChildAccent5" refType="w" fact="0.167"/>
              <dgm:constr type="h" for="ch" forName="ChildAccent5" refType="h" fact="0.7448"/>
              <dgm:constr type="l" for="ch" forName="Child5" refType="w" fact="0.6886"/>
              <dgm:constr type="t" for="ch" forName="Child5" refType="h" fact="0.2087"/>
              <dgm:constr type="w" for="ch" forName="Child5" refType="w" fact="0.1458"/>
              <dgm:constr type="h" for="ch" forName="Child5" refType="h" fact="0.7448"/>
              <dgm:constr type="l" for="ch" forName="Parent5" refType="w" fact="0.668"/>
              <dgm:constr type="t" for="ch" forName="Parent5" refType="h" fact="0.0225"/>
              <dgm:constr type="w" for="ch" forName="Parent5" refType="w" fact="0.167"/>
              <dgm:constr type="h" for="ch" forName="Parent5" refType="h" fact="0.1862"/>
              <dgm:constr type="l" for="ch" forName="ChildAccent6" refType="w" fact="0.833"/>
              <dgm:constr type="t" for="ch" forName="ChildAccent6" refType="h" fact="0.2087"/>
              <dgm:constr type="w" for="ch" forName="ChildAccent6" refType="w" fact="0.167"/>
              <dgm:constr type="h" for="ch" forName="ChildAccent6" refType="h" fact="0.7913"/>
              <dgm:constr type="l" for="ch" forName="Child6" refType="w" fact="0.8542"/>
              <dgm:constr type="t" for="ch" forName="Child6" refType="h" fact="0.2087"/>
              <dgm:constr type="w" for="ch" forName="Child6" refType="w" fact="0.1458"/>
              <dgm:constr type="h" for="ch" forName="Child6" refType="h" fact="0.7913"/>
              <dgm:constr type="l" for="ch" forName="Parent6" refType="w" fact="0.835"/>
              <dgm:constr type="t" for="ch" forName="Parent6" refType="h" fact="0"/>
              <dgm:constr type="w" for="ch" forName="Parent6" refType="w" fact="0.165"/>
              <dgm:constr type="h" for="ch" forName="Parent6" refType="h" fact="0.2095"/>
            </dgm:constrLst>
          </dgm:if>
          <dgm:else name="Name10">
            <dgm:alg type="composite">
              <dgm:param type="ar" val="1.9137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6" refType="primFontSz" refFor="des" refForName="Parent1" op="lte"/>
              <dgm:constr type="primFontSz" for="des" forName="Child7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6" refType="primFontSz" refFor="des" refForName="Parent2" op="lte"/>
              <dgm:constr type="primFontSz" for="des" forName="Child7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6" refType="primFontSz" refFor="des" refForName="Parent3" op="lte"/>
              <dgm:constr type="primFontSz" for="des" forName="Child7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6" refType="primFontSz" refFor="des" refForName="Parent4" op="lte"/>
              <dgm:constr type="primFontSz" for="des" forName="Child7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Child6" refType="primFontSz" refFor="des" refForName="Parent5" op="lte"/>
              <dgm:constr type="primFontSz" for="des" forName="Child7" refType="primFontSz" refFor="des" refForName="Parent5" op="lte"/>
              <dgm:constr type="primFontSz" for="des" forName="Child1" refType="primFontSz" refFor="des" refForName="Parent6" op="lte"/>
              <dgm:constr type="primFontSz" for="des" forName="Child2" refType="primFontSz" refFor="des" refForName="Parent6" op="lte"/>
              <dgm:constr type="primFontSz" for="des" forName="Child3" refType="primFontSz" refFor="des" refForName="Parent6" op="lte"/>
              <dgm:constr type="primFontSz" for="des" forName="Child4" refType="primFontSz" refFor="des" refForName="Parent6" op="lte"/>
              <dgm:constr type="primFontSz" for="des" forName="Child5" refType="primFontSz" refFor="des" refForName="Parent6" op="lte"/>
              <dgm:constr type="primFontSz" for="des" forName="Child6" refType="primFontSz" refFor="des" refForName="Parent6" op="lte"/>
              <dgm:constr type="primFontSz" for="des" forName="Child7" refType="primFontSz" refFor="des" refForName="Parent6" op="lte"/>
              <dgm:constr type="primFontSz" for="des" forName="Child1" refType="primFontSz" refFor="des" refForName="Parent7" op="lte"/>
              <dgm:constr type="primFontSz" for="des" forName="Child2" refType="primFontSz" refFor="des" refForName="Parent7" op="lte"/>
              <dgm:constr type="primFontSz" for="des" forName="Child3" refType="primFontSz" refFor="des" refForName="Parent7" op="lte"/>
              <dgm:constr type="primFontSz" for="des" forName="Child4" refType="primFontSz" refFor="des" refForName="Parent7" op="lte"/>
              <dgm:constr type="primFontSz" for="des" forName="Child5" refType="primFontSz" refFor="des" refForName="Parent7" op="lte"/>
              <dgm:constr type="primFontSz" for="des" forName="Child6" refType="primFontSz" refFor="des" refForName="Parent7" op="lte"/>
              <dgm:constr type="primFontSz" for="des" forName="Child7" refType="primFontSz" refFor="des" refForName="Parent7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Parent6" refType="primFontSz" refFor="des" refForName="Parent1" op="equ"/>
              <dgm:constr type="primFontSz" for="des" forName="Parent7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primFontSz" for="des" forName="Child6" refType="primFontSz" refFor="des" refForName="Child1" op="equ"/>
              <dgm:constr type="primFontSz" for="des" forName="Child7" refType="primFontSz" refFor="des" refForName="Child1" op="equ"/>
              <dgm:constr type="l" for="ch" forName="ChildAccent1" refType="w" fact="0"/>
              <dgm:constr type="t" for="ch" forName="ChildAccent1" refType="h" fact="0.2168"/>
              <dgm:constr type="w" for="ch" forName="ChildAccent1" refType="w" fact="0.1432"/>
              <dgm:constr type="h" for="ch" forName="ChildAccent1" refType="h" fact="0.5221"/>
              <dgm:constr type="l" for="ch" forName="Child1" refType="w" fact="0.0182"/>
              <dgm:constr type="t" for="ch" forName="Child1" refType="h" fact="0.2168"/>
              <dgm:constr type="w" for="ch" forName="Child1" refType="w" fact="0.125"/>
              <dgm:constr type="h" for="ch" forName="Child1" refType="h" fact="0.5221"/>
              <dgm:constr type="l" for="ch" forName="Parent1" refType="w" fact="0"/>
              <dgm:constr type="t" for="ch" forName="Parent1" refType="h" fact="0.1298"/>
              <dgm:constr type="w" for="ch" forName="Parent1" refType="w" fact="0.1432"/>
              <dgm:constr type="h" for="ch" forName="Parent1" refType="h" fact="0.087"/>
              <dgm:constr type="l" for="ch" forName="ChildAccent2" refType="w" fact="0.1432"/>
              <dgm:constr type="t" for="ch" forName="ChildAccent2" refType="h" fact="0.2168"/>
              <dgm:constr type="w" for="ch" forName="ChildAccent2" refType="w" fact="0.1432"/>
              <dgm:constr type="h" for="ch" forName="ChildAccent2" refType="h" fact="0.5656"/>
              <dgm:constr type="l" for="ch" forName="Child2" refType="w" fact="0.1614"/>
              <dgm:constr type="t" for="ch" forName="Child2" refType="h" fact="0.2168"/>
              <dgm:constr type="w" for="ch" forName="Child2" refType="w" fact="0.125"/>
              <dgm:constr type="h" for="ch" forName="Child2" refType="h" fact="0.5656"/>
              <dgm:constr type="l" for="ch" forName="Parent2" refType="w" fact="0.1432"/>
              <dgm:constr type="t" for="ch" forName="Parent2" refType="h" fact="0.108"/>
              <dgm:constr type="w" for="ch" forName="Parent2" refType="w" fact="0.1432"/>
              <dgm:constr type="h" for="ch" forName="Parent2" refType="h" fact="0.1088"/>
              <dgm:constr type="l" for="ch" forName="ChildAccent3" refType="w" fact="0.2865"/>
              <dgm:constr type="t" for="ch" forName="ChildAccent3" refType="h" fact="0.2168"/>
              <dgm:constr type="w" for="ch" forName="ChildAccent3" refType="w" fact="0.1432"/>
              <dgm:constr type="h" for="ch" forName="ChildAccent3" refType="h" fact="0.6091"/>
              <dgm:constr type="l" for="ch" forName="Child3" refType="w" fact="0.3047"/>
              <dgm:constr type="t" for="ch" forName="Child3" refType="h" fact="0.2168"/>
              <dgm:constr type="w" for="ch" forName="Child3" refType="w" fact="0.125"/>
              <dgm:constr type="h" for="ch" forName="Child3" refType="h" fact="0.6091"/>
              <dgm:constr type="l" for="ch" forName="Parent3" refType="w" fact="0.2865"/>
              <dgm:constr type="t" for="ch" forName="Parent3" refType="h" fact="0.087"/>
              <dgm:constr type="w" for="ch" forName="Parent3" refType="w" fact="0.1432"/>
              <dgm:constr type="h" for="ch" forName="Parent3" refType="h" fact="0.1305"/>
              <dgm:constr type="l" for="ch" forName="ChildAccent4" refType="w" fact="0.4297"/>
              <dgm:constr type="t" for="ch" forName="ChildAccent4" refType="h" fact="0.2168"/>
              <dgm:constr type="w" for="ch" forName="ChildAccent4" refType="w" fact="0.1432"/>
              <dgm:constr type="h" for="ch" forName="ChildAccent4" refType="h" fact="0.6526"/>
              <dgm:constr type="l" for="ch" forName="Child4" refType="w" fact="0.4479"/>
              <dgm:constr type="t" for="ch" forName="Child4" refType="h" fact="0.2168"/>
              <dgm:constr type="w" for="ch" forName="Child4" refType="w" fact="0.125"/>
              <dgm:constr type="h" for="ch" forName="Child4" refType="h" fact="0.6526"/>
              <dgm:constr type="l" for="ch" forName="Parent4" refType="w" fact="0.4297"/>
              <dgm:constr type="t" for="ch" forName="Parent4" refType="h" fact="0.0645"/>
              <dgm:constr type="w" for="ch" forName="Parent4" refType="w" fact="0.1432"/>
              <dgm:constr type="h" for="ch" forName="Parent4" refType="h" fact="0.1523"/>
              <dgm:constr type="l" for="ch" forName="ChildAccent5" refType="w" fact="0.5726"/>
              <dgm:constr type="t" for="ch" forName="ChildAccent5" refType="h" fact="0.2168"/>
              <dgm:constr type="w" for="ch" forName="ChildAccent5" refType="w" fact="0.1432"/>
              <dgm:constr type="h" for="ch" forName="ChildAccent5" refType="h" fact="0.6962"/>
              <dgm:constr type="l" for="ch" forName="Child5" refType="w" fact="0.5908"/>
              <dgm:constr type="t" for="ch" forName="Child5" refType="h" fact="0.2168"/>
              <dgm:constr type="w" for="ch" forName="Child5" refType="w" fact="0.125"/>
              <dgm:constr type="h" for="ch" forName="Child5" refType="h" fact="0.6962"/>
              <dgm:constr type="l" for="ch" forName="Parent5" refType="w" fact="0.5726"/>
              <dgm:constr type="t" for="ch" forName="Parent5" refType="h" fact="0.0428"/>
              <dgm:constr type="w" for="ch" forName="Parent5" refType="w" fact="0.1432"/>
              <dgm:constr type="h" for="ch" forName="Parent5" refType="h" fact="0.174"/>
              <dgm:constr type="l" for="ch" forName="ChildAccent6" refType="w" fact="0.7147"/>
              <dgm:constr type="t" for="ch" forName="ChildAccent6" refType="h" fact="0.2168"/>
              <dgm:constr type="w" for="ch" forName="ChildAccent6" refType="w" fact="0.1432"/>
              <dgm:constr type="h" for="ch" forName="ChildAccent6" refType="h" fact="0.7397"/>
              <dgm:constr type="l" for="ch" forName="Child6" refType="w" fact="0.7329"/>
              <dgm:constr type="t" for="ch" forName="Child6" refType="h" fact="0.2168"/>
              <dgm:constr type="w" for="ch" forName="Child6" refType="w" fact="0.125"/>
              <dgm:constr type="h" for="ch" forName="Child6" refType="h" fact="0.7397"/>
              <dgm:constr type="l" for="ch" forName="Parent6" refType="w" fact="0.716"/>
              <dgm:constr type="t" for="ch" forName="Parent6" refType="h" fact="0.0217"/>
              <dgm:constr type="w" for="ch" forName="Parent6" refType="w" fact="0.1424"/>
              <dgm:constr type="h" for="ch" forName="Parent6" refType="h" fact="0.1958"/>
              <dgm:constr type="l" for="ch" forName="ChildAccent7" refType="w" fact="0.8568"/>
              <dgm:constr type="t" for="ch" forName="ChildAccent7" refType="h" fact="0.2168"/>
              <dgm:constr type="w" for="ch" forName="ChildAccent7" refType="w" fact="0.1432"/>
              <dgm:constr type="h" for="ch" forName="ChildAccent7" refType="h" fact="0.7832"/>
              <dgm:constr type="l" for="ch" forName="Child7" refType="w" fact="0.875"/>
              <dgm:constr type="t" for="ch" forName="Child7" refType="h" fact="0.2168"/>
              <dgm:constr type="w" for="ch" forName="Child7" refType="w" fact="0.125"/>
              <dgm:constr type="h" for="ch" forName="Child7" refType="h" fact="0.7832"/>
              <dgm:constr type="l" for="ch" forName="Parent7" refType="w" fact="0.8577"/>
              <dgm:constr type="t" for="ch" forName="Parent7" refType="h" fact="0"/>
              <dgm:constr type="w" for="ch" forName="Parent7" refType="w" fact="0.1423"/>
              <dgm:constr type="h" for="ch" forName="Parent7" refType="h" fact="0.2175"/>
            </dgm:constrLst>
          </dgm:else>
        </dgm:choose>
      </dgm:if>
      <dgm:else name="Name11">
        <dgm:choose name="Name12">
          <dgm:if name="Name13" axis="ch" ptType="node" func="cnt" op="equ" val="1">
            <dgm:alg type="composite">
              <dgm:param type="ar" val="0.45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l" for="ch" forName="ChildAccent1" refType="w" fact="0"/>
              <dgm:constr type="t" for="ch" forName="ChildAccent1" refType="h" fact="0.1429"/>
              <dgm:constr type="w" for="ch" forName="ChildAccent1" refType="w"/>
              <dgm:constr type="h" for="ch" forName="ChildAccent1" refType="h" fact="0.8571"/>
              <dgm:constr type="l" for="ch" forName="Child1" refType="w" fact="0"/>
              <dgm:constr type="t" for="ch" forName="Child1" refType="h" fact="0.1429"/>
              <dgm:constr type="w" for="ch" forName="Child1" refType="w" fact="0.873"/>
              <dgm:constr type="h" for="ch" forName="Child1" refType="h" fact="0.8571"/>
              <dgm:constr type="l" for="ch" forName="Parent1" refType="w" fact="0"/>
              <dgm:constr type="t" for="ch" forName="Parent1" refType="h" fact="0"/>
              <dgm:constr type="w" for="ch" forName="Parent1" refType="w"/>
              <dgm:constr type="h" for="ch" forName="Parent1" refType="h" fact="0.1429"/>
            </dgm:constrLst>
          </dgm:if>
          <dgm:if name="Name14" axis="ch" ptType="node" func="cnt" op="equ" val="2">
            <dgm:alg type="composite">
              <dgm:param type="ar" val="0.8129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Parent2" refType="primFontSz" refFor="des" refForName="Parent1" op="equ"/>
              <dgm:constr type="primFontSz" for="des" forName="Child2" refType="primFontSz" refFor="des" refForName="Child1" op="equ"/>
              <dgm:constr type="l" for="ch" forName="Child2" refType="w" fact="0"/>
              <dgm:constr type="t" for="ch" forName="Child2" refType="h" fact="0.1613"/>
              <dgm:constr type="w" for="ch" forName="Child2" refType="w" fact="0.4365"/>
              <dgm:constr type="h" for="ch" forName="Child2" refType="h" fact="0.8387"/>
              <dgm:constr type="l" for="ch" forName="Child1" refType="w" fact="0.5"/>
              <dgm:constr type="t" for="ch" forName="Child1" refType="h" fact="0.1613"/>
              <dgm:constr type="w" for="ch" forName="Child1" refType="w" fact="0.4365"/>
              <dgm:constr type="h" for="ch" forName="Child1" refType="h" fact="0.7742"/>
              <dgm:constr type="l" for="ch" forName="ChildAccent1" refType="w" fact="0.5"/>
              <dgm:constr type="t" for="ch" forName="ChildAccent1" refType="h" fact="0.1613"/>
              <dgm:constr type="w" for="ch" forName="ChildAccent1" refType="w" fact="0.5"/>
              <dgm:constr type="h" for="ch" forName="ChildAccent1" refType="h" fact="0.7742"/>
              <dgm:constr type="l" for="ch" forName="Parent1" refType="w" fact="0.5"/>
              <dgm:constr type="t" for="ch" forName="Parent1" refType="h" fact="0.0323"/>
              <dgm:constr type="w" for="ch" forName="Parent1" refType="w" fact="0.5"/>
              <dgm:constr type="h" for="ch" forName="Parent1" refType="h" fact="0.129"/>
              <dgm:constr type="l" for="ch" forName="ChildAccent2" refType="w" fact="0"/>
              <dgm:constr type="t" for="ch" forName="ChildAccent2" refType="h" fact="0.1613"/>
              <dgm:constr type="w" for="ch" forName="ChildAccent2" refType="w" fact="0.5"/>
              <dgm:constr type="h" for="ch" forName="ChildAccent2" refType="h" fact="0.8387"/>
              <dgm:constr type="l" for="ch" forName="Parent2" refType="w" fact="0"/>
              <dgm:constr type="t" for="ch" forName="Parent2" refType="h" fact="0"/>
              <dgm:constr type="w" for="ch" forName="Parent2" refType="w" fact="0.5"/>
              <dgm:constr type="h" for="ch" forName="Parent2" refType="h" fact="0.1613"/>
            </dgm:constrLst>
          </dgm:if>
          <dgm:if name="Name15" axis="ch" ptType="node" func="cnt" op="equ" val="3">
            <dgm:alg type="composite">
              <dgm:param type="ar" val="1.1129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l" for="ch" forName="Child3" refType="w" fact="0"/>
              <dgm:constr type="t" for="ch" forName="Child3" refType="h" fact="0.1757"/>
              <dgm:constr type="w" for="ch" forName="Child3" refType="w" fact="0.291"/>
              <dgm:constr type="h" for="ch" forName="Child3" refType="h" fact="0.8243"/>
              <dgm:constr type="l" for="ch" forName="Child2" refType="w" fact="0.3333"/>
              <dgm:constr type="t" for="ch" forName="Child2" refType="h" fact="0.1757"/>
              <dgm:constr type="w" for="ch" forName="Child2" refType="w" fact="0.291"/>
              <dgm:constr type="h" for="ch" forName="Child2" refType="h" fact="0.7655"/>
              <dgm:constr type="l" for="ch" forName="Child1" refType="w" fact="0.6667"/>
              <dgm:constr type="t" for="ch" forName="Child1" refType="h" fact="0.1757"/>
              <dgm:constr type="w" for="ch" forName="Child1" refType="w" fact="0.291"/>
              <dgm:constr type="h" for="ch" forName="Child1" refType="h" fact="0.7066"/>
              <dgm:constr type="l" for="ch" forName="ChildAccent1" refType="w" fact="0.6667"/>
              <dgm:constr type="t" for="ch" forName="ChildAccent1" refType="h" fact="0.1757"/>
              <dgm:constr type="w" for="ch" forName="ChildAccent1" refType="w" fact="0.3333"/>
              <dgm:constr type="h" for="ch" forName="ChildAccent1" refType="h" fact="0.7066"/>
              <dgm:constr type="l" for="ch" forName="Parent1" refType="w" fact="0.6667"/>
              <dgm:constr type="t" for="ch" forName="Parent1" refType="h" fact="0.0579"/>
              <dgm:constr type="w" for="ch" forName="Parent1" refType="w" fact="0.3333"/>
              <dgm:constr type="h" for="ch" forName="Parent1" refType="h" fact="0.1178"/>
              <dgm:constr type="l" for="ch" forName="ChildAccent2" refType="w" fact="0.3333"/>
              <dgm:constr type="t" for="ch" forName="ChildAccent2" refType="h" fact="0.1757"/>
              <dgm:constr type="w" for="ch" forName="ChildAccent2" refType="w" fact="0.3333"/>
              <dgm:constr type="h" for="ch" forName="ChildAccent2" refType="h" fact="0.7655"/>
              <dgm:constr type="l" for="ch" forName="Parent2" refType="w" fact="0.3333"/>
              <dgm:constr type="t" for="ch" forName="Parent2" refType="h" fact="0.0285"/>
              <dgm:constr type="w" for="ch" forName="Parent2" refType="w" fact="0.3333"/>
              <dgm:constr type="h" for="ch" forName="Parent2" refType="h" fact="0.1472"/>
              <dgm:constr type="l" for="ch" forName="ChildAccent3" refType="w" fact="0"/>
              <dgm:constr type="t" for="ch" forName="ChildAccent3" refType="h" fact="0.1757"/>
              <dgm:constr type="w" for="ch" forName="ChildAccent3" refType="w" fact="0.3333"/>
              <dgm:constr type="h" for="ch" forName="ChildAccent3" refType="h" fact="0.8243"/>
              <dgm:constr type="l" for="ch" forName="Parent3" refType="w" fact="0"/>
              <dgm:constr type="t" for="ch" forName="Parent3" refType="h" fact="0"/>
              <dgm:constr type="w" for="ch" forName="Parent3" refType="w" fact="0.3333"/>
              <dgm:constr type="h" for="ch" forName="Parent3" refType="h" fact="0.176"/>
            </dgm:constrLst>
          </dgm:if>
          <dgm:if name="Name16" axis="ch" ptType="node" func="cnt" op="equ" val="4">
            <dgm:alg type="composite">
              <dgm:param type="ar" val="1.3622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l" for="ch" forName="Child4" refType="w" fact="0"/>
              <dgm:constr type="t" for="ch" forName="Child4" refType="h" fact="0.1892"/>
              <dgm:constr type="w" for="ch" forName="Child4" refType="w" fact="0.2183"/>
              <dgm:constr type="h" for="ch" forName="Child4" refType="h" fact="0.8108"/>
              <dgm:constr type="l" for="ch" forName="Child3" refType="w" fact="0.25"/>
              <dgm:constr type="t" for="ch" forName="Child3" refType="h" fact="0.1892"/>
              <dgm:constr type="w" for="ch" forName="Child3" refType="w" fact="0.2183"/>
              <dgm:constr type="h" for="ch" forName="Child3" refType="h" fact="0.7568"/>
              <dgm:constr type="l" for="ch" forName="Child2" refType="w" fact="0.5"/>
              <dgm:constr type="t" for="ch" forName="Child2" refType="h" fact="0.1892"/>
              <dgm:constr type="w" for="ch" forName="Child2" refType="w" fact="0.2183"/>
              <dgm:constr type="h" for="ch" forName="Child2" refType="h" fact="0.7027"/>
              <dgm:constr type="l" for="ch" forName="Child1" refType="w" fact="0.75"/>
              <dgm:constr type="t" for="ch" forName="Child1" refType="h" fact="0.1892"/>
              <dgm:constr type="w" for="ch" forName="Child1" refType="w" fact="0.2183"/>
              <dgm:constr type="h" for="ch" forName="Child1" refType="h" fact="0.6486"/>
              <dgm:constr type="l" for="ch" forName="ChildAccent1" refType="w" fact="0.75"/>
              <dgm:constr type="t" for="ch" forName="ChildAccent1" refType="h" fact="0.1892"/>
              <dgm:constr type="w" for="ch" forName="ChildAccent1" refType="w" fact="0.25"/>
              <dgm:constr type="h" for="ch" forName="ChildAccent1" refType="h" fact="0.6486"/>
              <dgm:constr type="l" for="ch" forName="Parent1" refType="w" fact="0.75"/>
              <dgm:constr type="t" for="ch" forName="Parent1" refType="h" fact="0.0811"/>
              <dgm:constr type="w" for="ch" forName="Parent1" refType="w" fact="0.25"/>
              <dgm:constr type="h" for="ch" forName="Parent1" refType="h" fact="0.1081"/>
              <dgm:constr type="l" for="ch" forName="ChildAccent2" refType="w" fact="0.5"/>
              <dgm:constr type="t" for="ch" forName="ChildAccent2" refType="h" fact="0.1892"/>
              <dgm:constr type="w" for="ch" forName="ChildAccent2" refType="w" fact="0.25"/>
              <dgm:constr type="h" for="ch" forName="ChildAccent2" refType="h" fact="0.7027"/>
              <dgm:constr type="l" for="ch" forName="Parent2" refType="w" fact="0.5"/>
              <dgm:constr type="t" for="ch" forName="Parent2" refType="h" fact="0.0541"/>
              <dgm:constr type="w" for="ch" forName="Parent2" refType="w" fact="0.25"/>
              <dgm:constr type="h" for="ch" forName="Parent2" refType="h" fact="0.1351"/>
              <dgm:constr type="l" for="ch" forName="ChildAccent3" refType="w" fact="0.25"/>
              <dgm:constr type="t" for="ch" forName="ChildAccent3" refType="h" fact="0.1892"/>
              <dgm:constr type="w" for="ch" forName="ChildAccent3" refType="w" fact="0.25"/>
              <dgm:constr type="h" for="ch" forName="ChildAccent3" refType="h" fact="0.7568"/>
              <dgm:constr type="l" for="ch" forName="Parent3" refType="w" fact="0.25"/>
              <dgm:constr type="t" for="ch" forName="Parent3" refType="h" fact="0.0279"/>
              <dgm:constr type="w" for="ch" forName="Parent3" refType="w" fact="0.25"/>
              <dgm:constr type="h" for="ch" forName="Parent3" refType="h" fact="0.161"/>
              <dgm:constr type="l" for="ch" forName="ChildAccent4" refType="w" fact="0"/>
              <dgm:constr type="t" for="ch" forName="ChildAccent4" refType="h" fact="0.1892"/>
              <dgm:constr type="w" for="ch" forName="ChildAccent4" refType="w" fact="0.25"/>
              <dgm:constr type="h" for="ch" forName="ChildAccent4" refType="h" fact="0.8108"/>
              <dgm:constr type="l" for="ch" forName="Parent4" refType="w" fact="0"/>
              <dgm:constr type="t" for="ch" forName="Parent4" refType="h" fact="0"/>
              <dgm:constr type="w" for="ch" forName="Parent4" refType="w" fact="0.25"/>
              <dgm:constr type="h" for="ch" forName="Parent4" refType="h" fact="0.1892"/>
            </dgm:constrLst>
          </dgm:if>
          <dgm:if name="Name17" axis="ch" ptType="node" func="cnt" op="equ" val="5">
            <dgm:alg type="composite">
              <dgm:param type="ar" val="1.5742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l" for="ch" forName="Child5" refType="w" fact="0"/>
              <dgm:constr type="t" for="ch" forName="Child5" refType="h" fact="0.2"/>
              <dgm:constr type="w" for="ch" forName="Child5" refType="w" fact="0.1747"/>
              <dgm:constr type="h" for="ch" forName="Child5" refType="h" fact="0.8"/>
              <dgm:constr type="l" for="ch" forName="Child4" refType="w" fact="0.2001"/>
              <dgm:constr type="t" for="ch" forName="Child4" refType="h" fact="0.2"/>
              <dgm:constr type="w" for="ch" forName="Child4" refType="w" fact="0.1747"/>
              <dgm:constr type="h" for="ch" forName="Child4" refType="h" fact="0.75"/>
              <dgm:constr type="l" for="ch" forName="Child3" refType="w" fact="0.4002"/>
              <dgm:constr type="t" for="ch" forName="Child3" refType="h" fact="0.2"/>
              <dgm:constr type="w" for="ch" forName="Child3" refType="w" fact="0.1747"/>
              <dgm:constr type="h" for="ch" forName="Child3" refType="h" fact="0.7"/>
              <dgm:constr type="l" for="ch" forName="Child2" refType="w" fact="0.6003"/>
              <dgm:constr type="t" for="ch" forName="Child2" refType="h" fact="0.2"/>
              <dgm:constr type="w" for="ch" forName="Child2" refType="w" fact="0.1747"/>
              <dgm:constr type="h" for="ch" forName="Child2" refType="h" fact="0.65"/>
              <dgm:constr type="l" for="ch" forName="Child1" refType="w" fact="0.7999"/>
              <dgm:constr type="t" for="ch" forName="Child1" refType="h" fact="0.2"/>
              <dgm:constr type="w" for="ch" forName="Child1" refType="w" fact="0.1747"/>
              <dgm:constr type="h" for="ch" forName="Child1" refType="h" fact="0.6"/>
              <dgm:constr type="l" for="ch" forName="ChildAccent1" refType="w" fact="0.7999"/>
              <dgm:constr type="t" for="ch" forName="ChildAccent1" refType="h" fact="0.2"/>
              <dgm:constr type="w" for="ch" forName="ChildAccent1" refType="w" fact="0.2001"/>
              <dgm:constr type="h" for="ch" forName="ChildAccent1" refType="h" fact="0.6"/>
              <dgm:constr type="l" for="ch" forName="Parent1" refType="w" fact="0.7999"/>
              <dgm:constr type="t" for="ch" forName="Parent1" refType="h" fact="0.1"/>
              <dgm:constr type="w" for="ch" forName="Parent1" refType="w" fact="0.2001"/>
              <dgm:constr type="h" for="ch" forName="Parent1" refType="h" fact="0.1"/>
              <dgm:constr type="l" for="ch" forName="ChildAccent2" refType="w" fact="0.6003"/>
              <dgm:constr type="t" for="ch" forName="ChildAccent2" refType="h" fact="0.2"/>
              <dgm:constr type="w" for="ch" forName="ChildAccent2" refType="w" fact="0.2001"/>
              <dgm:constr type="h" for="ch" forName="ChildAccent2" refType="h" fact="0.65"/>
              <dgm:constr type="l" for="ch" forName="Parent2" refType="w" fact="0.6003"/>
              <dgm:constr type="t" for="ch" forName="Parent2" refType="h" fact="0.075"/>
              <dgm:constr type="w" for="ch" forName="Parent2" refType="w" fact="0.2001"/>
              <dgm:constr type="h" for="ch" forName="Parent2" refType="h" fact="0.125"/>
              <dgm:constr type="l" for="ch" forName="ChildAccent3" refType="w" fact="0.4002"/>
              <dgm:constr type="t" for="ch" forName="ChildAccent3" refType="h" fact="0.2"/>
              <dgm:constr type="w" for="ch" forName="ChildAccent3" refType="w" fact="0.2001"/>
              <dgm:constr type="h" for="ch" forName="ChildAccent3" refType="h" fact="0.7"/>
              <dgm:constr type="l" for="ch" forName="Parent3" refType="w" fact="0.4002"/>
              <dgm:constr type="t" for="ch" forName="Parent3" refType="h" fact="0.0508"/>
              <dgm:constr type="w" for="ch" forName="Parent3" refType="w" fact="0.2001"/>
              <dgm:constr type="h" for="ch" forName="Parent3" refType="h" fact="0.15"/>
              <dgm:constr type="l" for="ch" forName="ChildAccent4" refType="w" fact="0.2001"/>
              <dgm:constr type="t" for="ch" forName="ChildAccent4" refType="h" fact="0.2"/>
              <dgm:constr type="w" for="ch" forName="ChildAccent4" refType="w" fact="0.2001"/>
              <dgm:constr type="h" for="ch" forName="ChildAccent4" refType="h" fact="0.75"/>
              <dgm:constr type="l" for="ch" forName="Parent4" refType="w" fact="0.2001"/>
              <dgm:constr type="t" for="ch" forName="Parent4" refType="h" fact="0.025"/>
              <dgm:constr type="w" for="ch" forName="Parent4" refType="w" fact="0.2001"/>
              <dgm:constr type="h" for="ch" forName="Parent4" refType="h" fact="0.175"/>
              <dgm:constr type="l" for="ch" forName="ChildAccent5" refType="w" fact="0"/>
              <dgm:constr type="t" for="ch" forName="ChildAccent5" refType="h" fact="0.2"/>
              <dgm:constr type="w" for="ch" forName="ChildAccent5" refType="w" fact="0.2001"/>
              <dgm:constr type="h" for="ch" forName="ChildAccent5" refType="h" fact="0.8"/>
              <dgm:constr type="l" for="ch" forName="Parent5" refType="w" fact="0"/>
              <dgm:constr type="t" for="ch" forName="Parent5" refType="h" fact="0"/>
              <dgm:constr type="w" for="ch" forName="Parent5" refType="w" fact="0.2001"/>
              <dgm:constr type="h" for="ch" forName="Parent5" refType="h" fact="0.2"/>
            </dgm:constrLst>
          </dgm:if>
          <dgm:if name="Name18" axis="ch" ptType="node" func="cnt" op="equ" val="6">
            <dgm:alg type="composite">
              <dgm:param type="ar" val="1.7564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6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6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6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6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Child6" refType="primFontSz" refFor="des" refForName="Parent5" op="lte"/>
              <dgm:constr type="primFontSz" for="des" forName="Child1" refType="primFontSz" refFor="des" refForName="Parent6" op="lte"/>
              <dgm:constr type="primFontSz" for="des" forName="Child2" refType="primFontSz" refFor="des" refForName="Parent6" op="lte"/>
              <dgm:constr type="primFontSz" for="des" forName="Child3" refType="primFontSz" refFor="des" refForName="Parent6" op="lte"/>
              <dgm:constr type="primFontSz" for="des" forName="Child4" refType="primFontSz" refFor="des" refForName="Parent6" op="lte"/>
              <dgm:constr type="primFontSz" for="des" forName="Child5" refType="primFontSz" refFor="des" refForName="Parent6" op="lte"/>
              <dgm:constr type="primFontSz" for="des" forName="Child6" refType="primFontSz" refFor="des" refForName="Parent6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Parent6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primFontSz" for="des" forName="Child6" refType="primFontSz" refFor="des" refForName="Child1" op="equ"/>
              <dgm:constr type="l" for="ch" forName="Child6" refType="w" fact="0"/>
              <dgm:constr type="t" for="ch" forName="Child6" refType="h" fact="0.2087"/>
              <dgm:constr type="w" for="ch" forName="Child6" refType="w" fact="0.1458"/>
              <dgm:constr type="h" for="ch" forName="Child6" refType="h" fact="0.7913"/>
              <dgm:constr type="l" for="ch" forName="Child5" refType="w" fact="0.167"/>
              <dgm:constr type="t" for="ch" forName="Child5" refType="h" fact="0.2087"/>
              <dgm:constr type="w" for="ch" forName="Child5" refType="w" fact="0.1458"/>
              <dgm:constr type="h" for="ch" forName="Child5" refType="h" fact="0.7448"/>
              <dgm:constr type="l" for="ch" forName="Child4" refType="w" fact="0.3339"/>
              <dgm:constr type="t" for="ch" forName="Child4" refType="h" fact="0.2087"/>
              <dgm:constr type="w" for="ch" forName="Child4" refType="w" fact="0.1458"/>
              <dgm:constr type="h" for="ch" forName="Child4" refType="h" fact="0.6982"/>
              <dgm:constr type="l" for="ch" forName="Child3" refType="w" fact="0.5009"/>
              <dgm:constr type="t" for="ch" forName="Child3" refType="h" fact="0.2087"/>
              <dgm:constr type="w" for="ch" forName="Child3" refType="w" fact="0.1458"/>
              <dgm:constr type="h" for="ch" forName="Child3" refType="h" fact="0.6517"/>
              <dgm:constr type="l" for="ch" forName="Child2" refType="w" fact="0.6674"/>
              <dgm:constr type="t" for="ch" forName="Child2" refType="h" fact="0.2087"/>
              <dgm:constr type="w" for="ch" forName="Child2" refType="w" fact="0.1458"/>
              <dgm:constr type="h" for="ch" forName="Child2" refType="h" fact="0.6051"/>
              <dgm:constr type="l" for="ch" forName="Child1" refType="w" fact="0.833"/>
              <dgm:constr type="t" for="ch" forName="Child1" refType="h" fact="0.2087"/>
              <dgm:constr type="w" for="ch" forName="Child1" refType="w" fact="0.1458"/>
              <dgm:constr type="h" for="ch" forName="Child1" refType="h" fact="0.5586"/>
              <dgm:constr type="l" for="ch" forName="ChildAccent1" refType="w" fact="0.833"/>
              <dgm:constr type="t" for="ch" forName="ChildAccent1" refType="h" fact="0.2087"/>
              <dgm:constr type="w" for="ch" forName="ChildAccent1" refType="w" fact="0.167"/>
              <dgm:constr type="h" for="ch" forName="ChildAccent1" refType="h" fact="0.5586"/>
              <dgm:constr type="l" for="ch" forName="Parent1" refType="w" fact="0.833"/>
              <dgm:constr type="t" for="ch" forName="Parent1" refType="h" fact="0.1156"/>
              <dgm:constr type="w" for="ch" forName="Parent1" refType="w" fact="0.167"/>
              <dgm:constr type="h" for="ch" forName="Parent1" refType="h" fact="0.0931"/>
              <dgm:constr type="l" for="ch" forName="ChildAccent2" refType="w" fact="0.6674"/>
              <dgm:constr type="t" for="ch" forName="ChildAccent2" refType="h" fact="0.2087"/>
              <dgm:constr type="w" for="ch" forName="ChildAccent2" refType="w" fact="0.167"/>
              <dgm:constr type="h" for="ch" forName="ChildAccent2" refType="h" fact="0.6051"/>
              <dgm:constr type="l" for="ch" forName="Parent2" refType="w" fact="0.6674"/>
              <dgm:constr type="t" for="ch" forName="Parent2" refType="h" fact="0.0923"/>
              <dgm:constr type="w" for="ch" forName="Parent2" refType="w" fact="0.165"/>
              <dgm:constr type="h" for="ch" forName="Parent2" refType="h" fact="0.1164"/>
              <dgm:constr type="l" for="ch" forName="ChildAccent3" refType="w" fact="0.5009"/>
              <dgm:constr type="t" for="ch" forName="ChildAccent3" refType="h" fact="0.2087"/>
              <dgm:constr type="w" for="ch" forName="ChildAccent3" refType="w" fact="0.167"/>
              <dgm:constr type="h" for="ch" forName="ChildAccent3" refType="h" fact="0.6517"/>
              <dgm:constr type="l" for="ch" forName="Parent3" refType="w" fact="0.5009"/>
              <dgm:constr type="t" for="ch" forName="Parent3" refType="h" fact="0.0698"/>
              <dgm:constr type="w" for="ch" forName="Parent3" refType="w" fact="0.166"/>
              <dgm:constr type="h" for="ch" forName="Parent3" refType="h" fact="0.1396"/>
              <dgm:constr type="l" for="ch" forName="ChildAccent4" refType="w" fact="0.3339"/>
              <dgm:constr type="t" for="ch" forName="ChildAccent4" refType="h" fact="0.2087"/>
              <dgm:constr type="w" for="ch" forName="ChildAccent4" refType="w" fact="0.167"/>
              <dgm:constr type="h" for="ch" forName="ChildAccent4" refType="h" fact="0.6982"/>
              <dgm:constr type="l" for="ch" forName="Parent4" refType="w" fact="0.3339"/>
              <dgm:constr type="t" for="ch" forName="Parent4" refType="h" fact="0.0458"/>
              <dgm:constr type="w" for="ch" forName="Parent4" refType="w" fact="0.167"/>
              <dgm:constr type="h" for="ch" forName="Parent4" refType="h" fact="0.1629"/>
              <dgm:constr type="l" for="ch" forName="ChildAccent5" refType="w" fact="0.167"/>
              <dgm:constr type="t" for="ch" forName="ChildAccent5" refType="h" fact="0.2087"/>
              <dgm:constr type="w" for="ch" forName="ChildAccent5" refType="w" fact="0.167"/>
              <dgm:constr type="h" for="ch" forName="ChildAccent5" refType="h" fact="0.7448"/>
              <dgm:constr type="l" for="ch" forName="Parent5" refType="w" fact="0.167"/>
              <dgm:constr type="t" for="ch" forName="Parent5" refType="h" fact="0.0225"/>
              <dgm:constr type="w" for="ch" forName="Parent5" refType="w" fact="0.167"/>
              <dgm:constr type="h" for="ch" forName="Parent5" refType="h" fact="0.1862"/>
              <dgm:constr type="l" for="ch" forName="ChildAccent6" refType="w" fact="0"/>
              <dgm:constr type="t" for="ch" forName="ChildAccent6" refType="h" fact="0.2087"/>
              <dgm:constr type="w" for="ch" forName="ChildAccent6" refType="w" fact="0.167"/>
              <dgm:constr type="h" for="ch" forName="ChildAccent6" refType="h" fact="0.7913"/>
              <dgm:constr type="l" for="ch" forName="Parent6" refType="w" fact="0"/>
              <dgm:constr type="t" for="ch" forName="Parent6" refType="h" fact="0"/>
              <dgm:constr type="w" for="ch" forName="Parent6" refType="w" fact="0.167"/>
              <dgm:constr type="h" for="ch" forName="Parent6" refType="h" fact="0.2095"/>
            </dgm:constrLst>
          </dgm:if>
          <dgm:else name="Name19">
            <dgm:alg type="composite">
              <dgm:param type="ar" val="1.9137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6" refType="primFontSz" refFor="des" refForName="Parent1" op="lte"/>
              <dgm:constr type="primFontSz" for="des" forName="Child7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6" refType="primFontSz" refFor="des" refForName="Parent2" op="lte"/>
              <dgm:constr type="primFontSz" for="des" forName="Child7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6" refType="primFontSz" refFor="des" refForName="Parent3" op="lte"/>
              <dgm:constr type="primFontSz" for="des" forName="Child7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6" refType="primFontSz" refFor="des" refForName="Parent4" op="lte"/>
              <dgm:constr type="primFontSz" for="des" forName="Child7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Child6" refType="primFontSz" refFor="des" refForName="Parent5" op="lte"/>
              <dgm:constr type="primFontSz" for="des" forName="Child7" refType="primFontSz" refFor="des" refForName="Parent5" op="lte"/>
              <dgm:constr type="primFontSz" for="des" forName="Child1" refType="primFontSz" refFor="des" refForName="Parent6" op="lte"/>
              <dgm:constr type="primFontSz" for="des" forName="Child2" refType="primFontSz" refFor="des" refForName="Parent6" op="lte"/>
              <dgm:constr type="primFontSz" for="des" forName="Child3" refType="primFontSz" refFor="des" refForName="Parent6" op="lte"/>
              <dgm:constr type="primFontSz" for="des" forName="Child4" refType="primFontSz" refFor="des" refForName="Parent6" op="lte"/>
              <dgm:constr type="primFontSz" for="des" forName="Child5" refType="primFontSz" refFor="des" refForName="Parent6" op="lte"/>
              <dgm:constr type="primFontSz" for="des" forName="Child6" refType="primFontSz" refFor="des" refForName="Parent6" op="lte"/>
              <dgm:constr type="primFontSz" for="des" forName="Child7" refType="primFontSz" refFor="des" refForName="Parent6" op="lte"/>
              <dgm:constr type="primFontSz" for="des" forName="Child1" refType="primFontSz" refFor="des" refForName="Parent7" op="lte"/>
              <dgm:constr type="primFontSz" for="des" forName="Child2" refType="primFontSz" refFor="des" refForName="Parent7" op="lte"/>
              <dgm:constr type="primFontSz" for="des" forName="Child3" refType="primFontSz" refFor="des" refForName="Parent7" op="lte"/>
              <dgm:constr type="primFontSz" for="des" forName="Child4" refType="primFontSz" refFor="des" refForName="Parent7" op="lte"/>
              <dgm:constr type="primFontSz" for="des" forName="Child5" refType="primFontSz" refFor="des" refForName="Parent7" op="lte"/>
              <dgm:constr type="primFontSz" for="des" forName="Child6" refType="primFontSz" refFor="des" refForName="Parent7" op="lte"/>
              <dgm:constr type="primFontSz" for="des" forName="Child7" refType="primFontSz" refFor="des" refForName="Parent7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Parent6" refType="primFontSz" refFor="des" refForName="Parent1" op="equ"/>
              <dgm:constr type="primFontSz" for="des" forName="Parent7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primFontSz" for="des" forName="Child6" refType="primFontSz" refFor="des" refForName="Child1" op="equ"/>
              <dgm:constr type="primFontSz" for="des" forName="Child7" refType="primFontSz" refFor="des" refForName="Child1" op="equ"/>
              <dgm:constr type="l" for="ch" forName="Child7" refType="w" fact="0"/>
              <dgm:constr type="t" for="ch" forName="Child7" refType="h" fact="0.2168"/>
              <dgm:constr type="w" for="ch" forName="Child7" refType="w" fact="0.125"/>
              <dgm:constr type="h" for="ch" forName="Child7" refType="h" fact="0.7832"/>
              <dgm:constr type="l" for="ch" forName="Child6" refType="w" fact="0.1432"/>
              <dgm:constr type="t" for="ch" forName="Child6" refType="h" fact="0.2168"/>
              <dgm:constr type="w" for="ch" forName="Child6" refType="w" fact="0.125"/>
              <dgm:constr type="h" for="ch" forName="Child6" refType="h" fact="0.7397"/>
              <dgm:constr type="l" for="ch" forName="Child5" refType="w" fact="0.2865"/>
              <dgm:constr type="t" for="ch" forName="Child5" refType="h" fact="0.2168"/>
              <dgm:constr type="w" for="ch" forName="Child5" refType="w" fact="0.125"/>
              <dgm:constr type="h" for="ch" forName="Child5" refType="h" fact="0.6962"/>
              <dgm:constr type="l" for="ch" forName="Child4" refType="w" fact="0.4297"/>
              <dgm:constr type="t" for="ch" forName="Child4" refType="h" fact="0.2168"/>
              <dgm:constr type="w" for="ch" forName="Child4" refType="w" fact="0.125"/>
              <dgm:constr type="h" for="ch" forName="Child4" refType="h" fact="0.6526"/>
              <dgm:constr type="l" for="ch" forName="Child3" refType="w" fact="0.5726"/>
              <dgm:constr type="t" for="ch" forName="Child3" refType="h" fact="0.2168"/>
              <dgm:constr type="w" for="ch" forName="Child3" refType="w" fact="0.125"/>
              <dgm:constr type="h" for="ch" forName="Child3" refType="h" fact="0.6091"/>
              <dgm:constr type="l" for="ch" forName="Child2" refType="w" fact="0.7147"/>
              <dgm:constr type="t" for="ch" forName="Child2" refType="h" fact="0.2168"/>
              <dgm:constr type="w" for="ch" forName="Child2" refType="w" fact="0.125"/>
              <dgm:constr type="h" for="ch" forName="Child2" refType="h" fact="0.5656"/>
              <dgm:constr type="l" for="ch" forName="Child1" refType="w" fact="0.8568"/>
              <dgm:constr type="t" for="ch" forName="Child1" refType="h" fact="0.2168"/>
              <dgm:constr type="w" for="ch" forName="Child1" refType="w" fact="0.125"/>
              <dgm:constr type="h" for="ch" forName="Child1" refType="h" fact="0.5221"/>
              <dgm:constr type="l" for="ch" forName="ChildAccent1" refType="w" fact="0.8568"/>
              <dgm:constr type="t" for="ch" forName="ChildAccent1" refType="h" fact="0.2168"/>
              <dgm:constr type="w" for="ch" forName="ChildAccent1" refType="w" fact="0.1432"/>
              <dgm:constr type="h" for="ch" forName="ChildAccent1" refType="h" fact="0.5221"/>
              <dgm:constr type="l" for="ch" forName="Parent1" refType="w" fact="0.8568"/>
              <dgm:constr type="t" for="ch" forName="Parent1" refType="h" fact="0.1298"/>
              <dgm:constr type="w" for="ch" forName="Parent1" refType="w" fact="0.1432"/>
              <dgm:constr type="h" for="ch" forName="Parent1" refType="h" fact="0.087"/>
              <dgm:constr type="l" for="ch" forName="ChildAccent2" refType="w" fact="0.7147"/>
              <dgm:constr type="t" for="ch" forName="ChildAccent2" refType="h" fact="0.2168"/>
              <dgm:constr type="w" for="ch" forName="ChildAccent2" refType="w" fact="0.1432"/>
              <dgm:constr type="h" for="ch" forName="ChildAccent2" refType="h" fact="0.5656"/>
              <dgm:constr type="l" for="ch" forName="Parent2" refType="w" fact="0.7147"/>
              <dgm:constr type="t" for="ch" forName="Parent2" refType="h" fact="0.108"/>
              <dgm:constr type="w" for="ch" forName="Parent2" refType="w" fact="0.1425"/>
              <dgm:constr type="h" for="ch" forName="Parent2" refType="h" fact="0.1088"/>
              <dgm:constr type="l" for="ch" forName="ChildAccent3" refType="w" fact="0.5726"/>
              <dgm:constr type="t" for="ch" forName="ChildAccent3" refType="h" fact="0.2168"/>
              <dgm:constr type="w" for="ch" forName="ChildAccent3" refType="w" fact="0.1432"/>
              <dgm:constr type="h" for="ch" forName="ChildAccent3" refType="h" fact="0.6091"/>
              <dgm:constr type="l" for="ch" forName="Parent3" refType="w" fact="0.5726"/>
              <dgm:constr type="t" for="ch" forName="Parent3" refType="h" fact="0.087"/>
              <dgm:constr type="w" for="ch" forName="Parent3" refType="w" fact="0.142"/>
              <dgm:constr type="h" for="ch" forName="Parent3" refType="h" fact="0.1305"/>
              <dgm:constr type="l" for="ch" forName="ChildAccent4" refType="w" fact="0.4297"/>
              <dgm:constr type="t" for="ch" forName="ChildAccent4" refType="h" fact="0.2168"/>
              <dgm:constr type="w" for="ch" forName="ChildAccent4" refType="w" fact="0.1432"/>
              <dgm:constr type="h" for="ch" forName="ChildAccent4" refType="h" fact="0.6526"/>
              <dgm:constr type="l" for="ch" forName="Parent4" refType="w" fact="0.4297"/>
              <dgm:constr type="t" for="ch" forName="Parent4" refType="h" fact="0.0645"/>
              <dgm:constr type="w" for="ch" forName="Parent4" refType="w" fact="0.1432"/>
              <dgm:constr type="h" for="ch" forName="Parent4" refType="h" fact="0.1523"/>
              <dgm:constr type="l" for="ch" forName="ChildAccent5" refType="w" fact="0.2865"/>
              <dgm:constr type="t" for="ch" forName="ChildAccent5" refType="h" fact="0.2168"/>
              <dgm:constr type="w" for="ch" forName="ChildAccent5" refType="w" fact="0.1432"/>
              <dgm:constr type="h" for="ch" forName="ChildAccent5" refType="h" fact="0.6962"/>
              <dgm:constr type="l" for="ch" forName="Parent5" refType="w" fact="0.2865"/>
              <dgm:constr type="t" for="ch" forName="Parent5" refType="h" fact="0.0428"/>
              <dgm:constr type="w" for="ch" forName="Parent5" refType="w" fact="0.1432"/>
              <dgm:constr type="h" for="ch" forName="Parent5" refType="h" fact="0.174"/>
              <dgm:constr type="l" for="ch" forName="ChildAccent6" refType="w" fact="0.1432"/>
              <dgm:constr type="t" for="ch" forName="ChildAccent6" refType="h" fact="0.2168"/>
              <dgm:constr type="w" for="ch" forName="ChildAccent6" refType="w" fact="0.1432"/>
              <dgm:constr type="h" for="ch" forName="ChildAccent6" refType="h" fact="0.7397"/>
              <dgm:constr type="l" for="ch" forName="Parent6" refType="w" fact="0.1432"/>
              <dgm:constr type="t" for="ch" forName="Parent6" refType="h" fact="0.0217"/>
              <dgm:constr type="w" for="ch" forName="Parent6" refType="w" fact="0.1432"/>
              <dgm:constr type="h" for="ch" forName="Parent6" refType="h" fact="0.1958"/>
              <dgm:constr type="l" for="ch" forName="ChildAccent7" refType="w" fact="0"/>
              <dgm:constr type="t" for="ch" forName="ChildAccent7" refType="h" fact="0.2168"/>
              <dgm:constr type="w" for="ch" forName="ChildAccent7" refType="w" fact="0.1432"/>
              <dgm:constr type="h" for="ch" forName="ChildAccent7" refType="h" fact="0.7832"/>
              <dgm:constr type="l" for="ch" forName="Parent7" refType="w" fact="0"/>
              <dgm:constr type="t" for="ch" forName="Parent7" refType="h" fact="0"/>
              <dgm:constr type="w" for="ch" forName="Parent7" refType="w" fact="0.1432"/>
              <dgm:constr type="h" for="ch" forName="Parent7" refType="h" fact="0.2175"/>
            </dgm:constrLst>
          </dgm:else>
        </dgm:choose>
      </dgm:else>
    </dgm:choose>
    <dgm:forEach name="wrapper" axis="self" ptType="parTrans">
      <dgm:forEach name="accentRepeat" axis="self">
        <dgm:layoutNode name="ChildAccent" styleLbl="alignImgPlace1">
          <dgm:alg type="sp"/>
          <dgm:choose name="Name20">
            <dgm:if name="Name21" axis="followSib" ptType="node" func="cnt" op="equ" val="0">
              <dgm:shape xmlns:r="http://schemas.openxmlformats.org/officeDocument/2006/relationships" type="wedgeRectCallout" r:blip="">
                <dgm:adjLst>
                  <dgm:adj idx="1" val="0"/>
                  <dgm:adj idx="2" val="0"/>
                </dgm:adjLst>
              </dgm:shape>
            </dgm:if>
            <dgm:else name="Name22">
              <dgm:choose name="Name23">
                <dgm:if name="Name24" axis="precedSib" ptType="node" func="cnt" op="equ" val="6">
                  <dgm:shape xmlns:r="http://schemas.openxmlformats.org/officeDocument/2006/relationships" type="wedgeRectCallout" r:blip="">
                    <dgm:adjLst>
                      <dgm:adj idx="1" val="0"/>
                      <dgm:adj idx="2" val="0"/>
                    </dgm:adjLst>
                  </dgm:shape>
                </dgm:if>
                <dgm:else name="Name25">
                  <dgm:choose name="Name26">
                    <dgm:if name="Name27" func="var" arg="dir" op="equ" val="norm">
                      <dgm:shape xmlns:r="http://schemas.openxmlformats.org/officeDocument/2006/relationships" type="wedgeRectCallout" r:blip="">
                        <dgm:adjLst>
                          <dgm:adj idx="1" val="0.625"/>
                          <dgm:adj idx="2" val="0.2083"/>
                        </dgm:adjLst>
                      </dgm:shape>
                    </dgm:if>
                    <dgm:else name="Name28">
                      <dgm:shape xmlns:r="http://schemas.openxmlformats.org/officeDocument/2006/relationships" type="wedgeRectCallout" r:blip="">
                        <dgm:adjLst>
                          <dgm:adj idx="1" val="-0.625"/>
                          <dgm:adj idx="2" val="0.2083"/>
                        </dgm:adjLst>
                      </dgm:shape>
                    </dgm:else>
                  </dgm:choose>
                </dgm:else>
              </dgm:choose>
            </dgm:else>
          </dgm:choose>
          <dgm:presOf axis="des" ptType="node"/>
        </dgm:layoutNode>
      </dgm:forEach>
    </dgm:forEach>
    <dgm:forEach name="Name29" axis="ch" ptType="node" st="7" cnt="1">
      <dgm:layoutNode name="ChildAccent7">
        <dgm:alg type="sp"/>
        <dgm:shape xmlns:r="http://schemas.openxmlformats.org/officeDocument/2006/relationships" r:blip="">
          <dgm:adjLst/>
        </dgm:shape>
        <dgm:presOf/>
        <dgm:constrLst/>
        <dgm:forEach name="Name30" ref="accentRepeat"/>
      </dgm:layoutNode>
      <dgm:layoutNode name="Child7" styleLbl="revTx">
        <dgm:varLst>
          <dgm:chMax val="0"/>
          <dgm:chPref val="0"/>
          <dgm:bulletEnabled val="1"/>
        </dgm:varLst>
        <dgm:choose name="Name31">
          <dgm:if name="Name32" func="var" arg="dir" op="equ" val="norm">
            <dgm:alg type="tx">
              <dgm:param type="parTxLTRAlign" val="r"/>
              <dgm:param type="shpTxLTRAlignCh" val="r"/>
              <dgm:param type="txAnchorVert" val="t"/>
            </dgm:alg>
          </dgm:if>
          <dgm:else name="Name33">
            <dgm:alg type="tx">
              <dgm:param type="parTxLTRAlign" val="l"/>
              <dgm:param type="shpTxLTRAlignCh" val="l"/>
              <dgm:param type="txAnchorVert" val="t"/>
            </dgm:alg>
          </dgm:else>
        </dgm:choose>
        <dgm:shape xmlns:r="http://schemas.openxmlformats.org/officeDocument/2006/relationships" type="rect" r:blip="" hideGeom="1">
          <dgm:adjLst/>
        </dgm:shape>
        <dgm:presOf axis="des" ptType="node"/>
        <dgm:constrLst>
          <dgm:constr type="lMarg" refType="primFontSz" fact="0.25"/>
          <dgm:constr type="rMarg" refType="primFontSz" fact="0.25"/>
          <dgm:constr type="tMarg" refType="primFontSz" fact="0.25"/>
          <dgm:constr type="bMarg" refType="primFontSz" fact="0.25"/>
        </dgm:constrLst>
        <dgm:ruleLst>
          <dgm:rule type="primFontSz" val="5" fact="NaN" max="NaN"/>
        </dgm:ruleLst>
      </dgm:layoutNode>
      <dgm:layoutNode name="Parent7" styleLbl="node1">
        <dgm:varLst>
          <dgm:chMax val="2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>
          <dgm:adjLst/>
        </dgm:shape>
        <dgm:presOf axis="self"/>
        <dgm:constrLst>
          <dgm:constr type="lMarg" refType="primFontSz" fact="0.25"/>
          <dgm:constr type="rMarg" refType="primFontSz" fact="0.25"/>
          <dgm:constr type="tMarg" refType="primFontSz" fact="0.25"/>
          <dgm:constr type="bMarg" refType="primFontSz" fact="0.25"/>
        </dgm:constrLst>
        <dgm:ruleLst>
          <dgm:rule type="primFontSz" val="5" fact="NaN" max="NaN"/>
        </dgm:ruleLst>
      </dgm:layoutNode>
    </dgm:forEach>
    <dgm:forEach name="Name34" axis="ch" ptType="node" st="6" cnt="1">
      <dgm:layoutNode name="ChildAccent6">
        <dgm:alg type="sp"/>
        <dgm:shape xmlns:r="http://schemas.openxmlformats.org/officeDocument/2006/relationships" r:blip="">
          <dgm:adjLst/>
        </dgm:shape>
        <dgm:presOf/>
        <dgm:constrLst/>
        <dgm:forEach name="Name35" ref="accentRepeat"/>
      </dgm:layoutNode>
      <dgm:layoutNode name="Child6" styleLbl="revTx">
        <dgm:varLst>
          <dgm:chMax val="0"/>
          <dgm:chPref val="0"/>
          <dgm:bulletEnabled val="1"/>
        </dgm:varLst>
        <dgm:choose name="Name36">
          <dgm:if name="Name37" func="var" arg="dir" op="equ" val="norm">
            <dgm:alg type="tx">
              <dgm:param type="parTxLTRAlign" val="r"/>
              <dgm:param type="shpTxLTRAlignCh" val="r"/>
              <dgm:param type="txAnchorVert" val="t"/>
            </dgm:alg>
          </dgm:if>
          <dgm:else name="Name38">
            <dgm:alg type="tx">
              <dgm:param type="parTxLTRAlign" val="l"/>
              <dgm:param type="shpTxLTRAlignCh" val="l"/>
              <dgm:param type="txAnchorVert" val="t"/>
            </dgm:alg>
          </dgm:else>
        </dgm:choose>
        <dgm:shape xmlns:r="http://schemas.openxmlformats.org/officeDocument/2006/relationships" type="rect" r:blip="" hideGeom="1">
          <dgm:adjLst/>
        </dgm:shape>
        <dgm:presOf axis="des" ptType="node"/>
        <dgm:constrLst>
          <dgm:constr type="lMarg" refType="primFontSz" fact="0.25"/>
          <dgm:constr type="rMarg" refType="primFontSz" fact="0.25"/>
          <dgm:constr type="tMarg" refType="primFontSz" fact="0.25"/>
          <dgm:constr type="bMarg" refType="primFontSz" fact="0.25"/>
        </dgm:constrLst>
        <dgm:ruleLst>
          <dgm:rule type="primFontSz" val="5" fact="NaN" max="NaN"/>
        </dgm:ruleLst>
      </dgm:layoutNode>
      <dgm:layoutNode name="Parent6" styleLbl="node1">
        <dgm:varLst>
          <dgm:chMax val="2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>
          <dgm:adjLst/>
        </dgm:shape>
        <dgm:presOf axis="self"/>
        <dgm:constrLst>
          <dgm:constr type="lMarg" refType="primFontSz" fact="0.25"/>
          <dgm:constr type="rMarg" refType="primFontSz" fact="0.25"/>
          <dgm:constr type="tMarg" refType="primFontSz" fact="0.25"/>
          <dgm:constr type="bMarg" refType="primFontSz" fact="0.25"/>
        </dgm:constrLst>
        <dgm:ruleLst>
          <dgm:rule type="primFontSz" val="5" fact="NaN" max="NaN"/>
        </dgm:ruleLst>
      </dgm:layoutNode>
    </dgm:forEach>
    <dgm:forEach name="Name39" axis="ch" ptType="node" st="5" cnt="1">
      <dgm:layoutNode name="ChildAccent5">
        <dgm:alg type="sp"/>
        <dgm:shape xmlns:r="http://schemas.openxmlformats.org/officeDocument/2006/relationships" r:blip="">
          <dgm:adjLst/>
        </dgm:shape>
        <dgm:presOf/>
        <dgm:constrLst/>
        <dgm:forEach name="Name40" ref="accentRepeat"/>
      </dgm:layoutNode>
      <dgm:layoutNode name="Child5" styleLbl="revTx">
        <dgm:varLst>
          <dgm:chMax val="0"/>
          <dgm:chPref val="0"/>
          <dgm:bulletEnabled val="1"/>
        </dgm:varLst>
        <dgm:choose name="Name41">
          <dgm:if name="Name42" func="var" arg="dir" op="equ" val="norm">
            <dgm:alg type="tx">
              <dgm:param type="parTxLTRAlign" val="r"/>
              <dgm:param type="shpTxLTRAlignCh" val="r"/>
              <dgm:param type="txAnchorVert" val="t"/>
            </dgm:alg>
          </dgm:if>
          <dgm:else name="Name43">
            <dgm:alg type="tx">
              <dgm:param type="parTxLTRAlign" val="l"/>
              <dgm:param type="shpTxLTRAlignCh" val="l"/>
              <dgm:param type="txAnchorVert" val="t"/>
            </dgm:alg>
          </dgm:else>
        </dgm:choose>
        <dgm:shape xmlns:r="http://schemas.openxmlformats.org/officeDocument/2006/relationships" type="rect" r:blip="" hideGeom="1">
          <dgm:adjLst/>
        </dgm:shape>
        <dgm:presOf axis="des" ptType="node"/>
        <dgm:constrLst>
          <dgm:constr type="lMarg" refType="primFontSz" fact="0.25"/>
          <dgm:constr type="rMarg" refType="primFontSz" fact="0.25"/>
          <dgm:constr type="tMarg" refType="primFontSz" fact="0.25"/>
          <dgm:constr type="bMarg" refType="primFontSz" fact="0.25"/>
        </dgm:constrLst>
        <dgm:ruleLst>
          <dgm:rule type="primFontSz" val="5" fact="NaN" max="NaN"/>
        </dgm:ruleLst>
      </dgm:layoutNode>
      <dgm:layoutNode name="Parent5" styleLbl="node1">
        <dgm:varLst>
          <dgm:chMax val="2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>
          <dgm:adjLst/>
        </dgm:shape>
        <dgm:presOf axis="self"/>
        <dgm:constrLst>
          <dgm:constr type="lMarg" refType="primFontSz" fact="0.25"/>
          <dgm:constr type="rMarg" refType="primFontSz" fact="0.25"/>
          <dgm:constr type="tMarg" refType="primFontSz" fact="0.25"/>
          <dgm:constr type="bMarg" refType="primFontSz" fact="0.25"/>
        </dgm:constrLst>
        <dgm:ruleLst>
          <dgm:rule type="primFontSz" val="5" fact="NaN" max="NaN"/>
        </dgm:ruleLst>
      </dgm:layoutNode>
    </dgm:forEach>
    <dgm:forEach name="Name44" axis="ch" ptType="node" st="4" cnt="1">
      <dgm:layoutNode name="ChildAccent4">
        <dgm:alg type="sp"/>
        <dgm:shape xmlns:r="http://schemas.openxmlformats.org/officeDocument/2006/relationships" r:blip="">
          <dgm:adjLst/>
        </dgm:shape>
        <dgm:presOf/>
        <dgm:constrLst/>
        <dgm:forEach name="Name45" ref="accentRepeat"/>
      </dgm:layoutNode>
      <dgm:layoutNode name="Child4" styleLbl="revTx">
        <dgm:varLst>
          <dgm:chMax val="0"/>
          <dgm:chPref val="0"/>
          <dgm:bulletEnabled val="1"/>
        </dgm:varLst>
        <dgm:choose name="Name46">
          <dgm:if name="Name47" func="var" arg="dir" op="equ" val="norm">
            <dgm:alg type="tx">
              <dgm:param type="parTxLTRAlign" val="r"/>
              <dgm:param type="shpTxLTRAlignCh" val="r"/>
              <dgm:param type="txAnchorVert" val="t"/>
            </dgm:alg>
          </dgm:if>
          <dgm:else name="Name48">
            <dgm:alg type="tx">
              <dgm:param type="parTxLTRAlign" val="l"/>
              <dgm:param type="shpTxLTRAlignCh" val="l"/>
              <dgm:param type="txAnchorVert" val="t"/>
            </dgm:alg>
          </dgm:else>
        </dgm:choose>
        <dgm:shape xmlns:r="http://schemas.openxmlformats.org/officeDocument/2006/relationships" type="rect" r:blip="" hideGeom="1">
          <dgm:adjLst/>
        </dgm:shape>
        <dgm:presOf axis="des" ptType="node"/>
        <dgm:constrLst>
          <dgm:constr type="lMarg" refType="primFontSz" fact="0.25"/>
          <dgm:constr type="rMarg" refType="primFontSz" fact="0.25"/>
          <dgm:constr type="tMarg" refType="primFontSz" fact="0.25"/>
          <dgm:constr type="bMarg" refType="primFontSz" fact="0.25"/>
        </dgm:constrLst>
        <dgm:ruleLst>
          <dgm:rule type="primFontSz" val="5" fact="NaN" max="NaN"/>
        </dgm:ruleLst>
      </dgm:layoutNode>
      <dgm:layoutNode name="Parent4" styleLbl="node1">
        <dgm:varLst>
          <dgm:chMax val="2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>
          <dgm:adjLst/>
        </dgm:shape>
        <dgm:presOf axis="self"/>
        <dgm:constrLst>
          <dgm:constr type="lMarg" refType="primFontSz" fact="0.25"/>
          <dgm:constr type="rMarg" refType="primFontSz" fact="0.25"/>
          <dgm:constr type="tMarg" refType="primFontSz" fact="0.25"/>
          <dgm:constr type="bMarg" refType="primFontSz" fact="0.25"/>
        </dgm:constrLst>
        <dgm:ruleLst>
          <dgm:rule type="primFontSz" val="5" fact="NaN" max="NaN"/>
        </dgm:ruleLst>
      </dgm:layoutNode>
    </dgm:forEach>
    <dgm:forEach name="Name49" axis="ch" ptType="node" st="3" cnt="1">
      <dgm:layoutNode name="ChildAccent3">
        <dgm:alg type="sp"/>
        <dgm:shape xmlns:r="http://schemas.openxmlformats.org/officeDocument/2006/relationships" r:blip="">
          <dgm:adjLst/>
        </dgm:shape>
        <dgm:presOf/>
        <dgm:constrLst/>
        <dgm:forEach name="Name50" ref="accentRepeat"/>
      </dgm:layoutNode>
      <dgm:layoutNode name="Child3" styleLbl="revTx">
        <dgm:varLst>
          <dgm:chMax val="0"/>
          <dgm:chPref val="0"/>
          <dgm:bulletEnabled val="1"/>
        </dgm:varLst>
        <dgm:choose name="Name51">
          <dgm:if name="Name52" func="var" arg="dir" op="equ" val="norm">
            <dgm:alg type="tx">
              <dgm:param type="parTxLTRAlign" val="r"/>
              <dgm:param type="shpTxLTRAlignCh" val="r"/>
              <dgm:param type="txAnchorVert" val="t"/>
            </dgm:alg>
          </dgm:if>
          <dgm:else name="Name53">
            <dgm:alg type="tx">
              <dgm:param type="parTxLTRAlign" val="l"/>
              <dgm:param type="shpTxLTRAlignCh" val="l"/>
              <dgm:param type="txAnchorVert" val="t"/>
            </dgm:alg>
          </dgm:else>
        </dgm:choose>
        <dgm:shape xmlns:r="http://schemas.openxmlformats.org/officeDocument/2006/relationships" type="rect" r:blip="" hideGeom="1">
          <dgm:adjLst/>
        </dgm:shape>
        <dgm:presOf axis="des" ptType="node"/>
        <dgm:constrLst>
          <dgm:constr type="lMarg" refType="primFontSz" fact="0.25"/>
          <dgm:constr type="rMarg" refType="primFontSz" fact="0.25"/>
          <dgm:constr type="tMarg" refType="primFontSz" fact="0.25"/>
          <dgm:constr type="bMarg" refType="primFontSz" fact="0.25"/>
        </dgm:constrLst>
        <dgm:ruleLst>
          <dgm:rule type="primFontSz" val="5" fact="NaN" max="NaN"/>
        </dgm:ruleLst>
      </dgm:layoutNode>
      <dgm:layoutNode name="Parent3" styleLbl="node1">
        <dgm:varLst>
          <dgm:chMax val="2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>
          <dgm:adjLst/>
        </dgm:shape>
        <dgm:presOf axis="self"/>
        <dgm:constrLst>
          <dgm:constr type="lMarg" refType="primFontSz" fact="0.25"/>
          <dgm:constr type="rMarg" refType="primFontSz" fact="0.25"/>
          <dgm:constr type="tMarg" refType="primFontSz" fact="0.25"/>
          <dgm:constr type="bMarg" refType="primFontSz" fact="0.25"/>
        </dgm:constrLst>
        <dgm:ruleLst>
          <dgm:rule type="primFontSz" val="5" fact="NaN" max="NaN"/>
        </dgm:ruleLst>
      </dgm:layoutNode>
    </dgm:forEach>
    <dgm:forEach name="Name54" axis="ch" ptType="node" st="2" cnt="1">
      <dgm:layoutNode name="ChildAccent2">
        <dgm:alg type="sp"/>
        <dgm:shape xmlns:r="http://schemas.openxmlformats.org/officeDocument/2006/relationships" r:blip="">
          <dgm:adjLst/>
        </dgm:shape>
        <dgm:presOf/>
        <dgm:constrLst/>
        <dgm:forEach name="Name55" ref="accentRepeat"/>
      </dgm:layoutNode>
      <dgm:layoutNode name="Child2" styleLbl="revTx">
        <dgm:varLst>
          <dgm:chMax val="0"/>
          <dgm:chPref val="0"/>
          <dgm:bulletEnabled val="1"/>
        </dgm:varLst>
        <dgm:choose name="Name56">
          <dgm:if name="Name57" func="var" arg="dir" op="equ" val="norm">
            <dgm:alg type="tx">
              <dgm:param type="parTxLTRAlign" val="r"/>
              <dgm:param type="shpTxLTRAlignCh" val="r"/>
              <dgm:param type="txAnchorVert" val="t"/>
            </dgm:alg>
          </dgm:if>
          <dgm:else name="Name58">
            <dgm:alg type="tx">
              <dgm:param type="parTxLTRAlign" val="l"/>
              <dgm:param type="shpTxLTRAlignCh" val="l"/>
              <dgm:param type="txAnchorVert" val="t"/>
            </dgm:alg>
          </dgm:else>
        </dgm:choose>
        <dgm:shape xmlns:r="http://schemas.openxmlformats.org/officeDocument/2006/relationships" type="rect" r:blip="" hideGeom="1">
          <dgm:adjLst/>
        </dgm:shape>
        <dgm:presOf axis="des" ptType="node"/>
        <dgm:presOf axis="des" ptType="node"/>
        <dgm:constrLst>
          <dgm:constr type="lMarg" refType="primFontSz" fact="0.25"/>
          <dgm:constr type="rMarg" refType="primFontSz" fact="0.25"/>
          <dgm:constr type="tMarg" refType="primFontSz" fact="0.25"/>
          <dgm:constr type="bMarg" refType="primFontSz" fact="0.25"/>
        </dgm:constrLst>
        <dgm:ruleLst>
          <dgm:rule type="primFontSz" val="5" fact="NaN" max="NaN"/>
        </dgm:ruleLst>
      </dgm:layoutNode>
      <dgm:layoutNode name="Parent2" styleLbl="node1">
        <dgm:varLst>
          <dgm:chMax val="2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>
          <dgm:adjLst/>
        </dgm:shape>
        <dgm:presOf axis="self"/>
        <dgm:constrLst>
          <dgm:constr type="lMarg" refType="primFontSz" fact="0.25"/>
          <dgm:constr type="rMarg" refType="primFontSz" fact="0.25"/>
          <dgm:constr type="tMarg" refType="primFontSz" fact="0.25"/>
          <dgm:constr type="bMarg" refType="primFontSz" fact="0.25"/>
        </dgm:constrLst>
        <dgm:ruleLst>
          <dgm:rule type="primFontSz" val="5" fact="NaN" max="NaN"/>
        </dgm:ruleLst>
      </dgm:layoutNode>
    </dgm:forEach>
    <dgm:forEach name="Name59" axis="ch" ptType="node" cnt="1">
      <dgm:layoutNode name="ChildAccent1">
        <dgm:alg type="sp"/>
        <dgm:shape xmlns:r="http://schemas.openxmlformats.org/officeDocument/2006/relationships" r:blip="">
          <dgm:adjLst/>
        </dgm:shape>
        <dgm:presOf/>
        <dgm:constrLst/>
        <dgm:forEach name="Name60" ref="accentRepeat"/>
      </dgm:layoutNode>
      <dgm:layoutNode name="Child1" styleLbl="revTx">
        <dgm:varLst>
          <dgm:chMax val="0"/>
          <dgm:chPref val="0"/>
          <dgm:bulletEnabled val="1"/>
        </dgm:varLst>
        <dgm:choose name="Name61">
          <dgm:if name="Name62" func="var" arg="dir" op="equ" val="norm">
            <dgm:alg type="tx">
              <dgm:param type="parTxLTRAlign" val="r"/>
              <dgm:param type="shpTxLTRAlignCh" val="r"/>
              <dgm:param type="txAnchorVert" val="t"/>
            </dgm:alg>
          </dgm:if>
          <dgm:else name="Name63">
            <dgm:alg type="tx">
              <dgm:param type="parTxLTRAlign" val="l"/>
              <dgm:param type="shpTxLTRAlignCh" val="l"/>
              <dgm:param type="txAnchorVert" val="t"/>
            </dgm:alg>
          </dgm:else>
        </dgm:choose>
        <dgm:shape xmlns:r="http://schemas.openxmlformats.org/officeDocument/2006/relationships" type="rect" r:blip="" hideGeom="1">
          <dgm:adjLst/>
        </dgm:shape>
        <dgm:presOf axis="des" ptType="node"/>
        <dgm:constrLst>
          <dgm:constr type="lMarg" refType="primFontSz" fact="0.25"/>
          <dgm:constr type="rMarg" refType="primFontSz" fact="0.25"/>
          <dgm:constr type="tMarg" refType="primFontSz" fact="0.25"/>
          <dgm:constr type="bMarg" refType="primFontSz" fact="0.25"/>
        </dgm:constrLst>
        <dgm:ruleLst>
          <dgm:rule type="primFontSz" val="5" fact="NaN" max="NaN"/>
        </dgm:ruleLst>
      </dgm:layoutNode>
      <dgm:layoutNode name="Parent1" styleLbl="node1">
        <dgm:varLst>
          <dgm:chMax val="2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>
          <dgm:adjLst/>
        </dgm:shape>
        <dgm:presOf axis="self"/>
        <dgm:constrLst>
          <dgm:constr type="lMarg" refType="primFontSz" fact="0.25"/>
          <dgm:constr type="rMarg" refType="primFontSz" fact="0.25"/>
          <dgm:constr type="tMarg" refType="primFontSz" fact="0.25"/>
          <dgm:constr type="bMarg" refType="primFontSz" fact="0.25"/>
        </dgm:constrLst>
        <dgm:ruleLst>
          <dgm:rule type="primFontSz" val="5" fact="NaN" max="NaN"/>
        </dgm:ruleLst>
      </dgm:layoutNod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48B91F7-0A31-4809-8E31-54F32ACD1E72}" type="datetimeFigureOut">
              <a:rPr lang="en-GB" smtClean="0"/>
              <a:t>23/04/2026</a:t>
            </a:fld>
            <a:endParaRPr lang="en-GB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D5A70FC-228F-4487-8E14-68CAD584041B}" type="slidenum">
              <a:rPr lang="en-GB" smtClean="0"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07645071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5" name="Google Shape;85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98155653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4" name="Google Shape;94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99358358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FEB448-544F-1163-CF6D-D801EF6DABD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2240B45-37FF-28D2-69C1-D8842A0F2E6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A61B0F3-96B9-62B2-E1C5-4D3D4823B8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66083A-C1B7-4B46-82C5-289BB6E6D5A4}" type="datetime1">
              <a:rPr lang="en-IN" smtClean="0"/>
              <a:t>23-04-2026</a:t>
            </a:fld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5DB3F67-E836-5AA2-B32D-A0C3A93330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11EEA5E-DC19-ABCD-6267-C545BA7771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2F6845-8F47-4AB8-B9CE-96D88E741707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86947297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050CDE-F21A-AC1C-7DD9-906370B0FA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4139EE0-A89B-B238-94A4-DB32BBD14E2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IN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6BAB674-71DE-8BA7-9D0E-C99F6B3C0FBD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1009650" cy="365125"/>
          </a:xfrm>
          <a:noFill/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864BFFB7-4443-4602-A990-B076C1CFE86C}" type="datetime1">
              <a:rPr lang="en-IN" smtClean="0"/>
              <a:pPr/>
              <a:t>23-04-2026</a:t>
            </a:fld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B72554B-0ACB-E334-5BBE-7A83BFE374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3F062A5-E36B-5C05-6C36-F8372F2C16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F32F6845-8F47-4AB8-B9CE-96D88E741707}" type="slidenum">
              <a:rPr lang="en-IN" smtClean="0"/>
              <a:pPr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8905508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22CC90-B089-5E25-D480-B40D5123BF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E671185-327E-E435-EB8B-F143CAF78D5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7ADDF86-F686-ACE8-6852-5CEADD9A28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3E8F52-857A-4C89-954C-57943DB51290}" type="datetime1">
              <a:rPr lang="en-IN" smtClean="0"/>
              <a:t>23-04-2026</a:t>
            </a:fld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558F106-1FED-5AA1-CFDF-7FE2105071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D45F0D7-F550-D351-1F6B-36B665CA0C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2F6845-8F47-4AB8-B9CE-96D88E741707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70520395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698191-3055-3CE7-ABAB-BF52255689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B07F01E-C1BB-CFE3-1062-5A8CAD20F5A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90F16ED-635D-3C12-AE3C-37A43EAF146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A80B84D-A3CA-9B7E-B7BB-4C18C18121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BD7B4D-DDD6-4CA2-87A0-9BDD5E5268EC}" type="datetime1">
              <a:rPr lang="en-IN" smtClean="0"/>
              <a:t>23-04-2026</a:t>
            </a:fld>
            <a:endParaRPr lang="en-IN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5881B66-06CA-0AE9-B95B-21A45DC5B3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4B7665D-74F3-FC85-8C37-77F4402232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2F6845-8F47-4AB8-B9CE-96D88E741707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47970238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F1306E-11E1-8AB1-AF32-6F074D3C85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38E7AAE-4628-F916-89C8-10A970EC982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8D7C0B7-4F02-5995-1FB1-8FB2DD12598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B504026-A61A-C06F-3EA6-94F595A4738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CFF7FD0-380B-75A4-D9B0-F7EBC341DD0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80AA233-A9EB-E98D-4DDF-BC4B728083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30D9E5-0635-43A8-8973-488E7408FAF7}" type="datetime1">
              <a:rPr lang="en-IN" smtClean="0"/>
              <a:t>23-04-2026</a:t>
            </a:fld>
            <a:endParaRPr lang="en-IN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55E8074-1361-E322-F42C-F5D7140991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6B9FECA-EE46-D87A-F259-E8022C3628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2F6845-8F47-4AB8-B9CE-96D88E741707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26343040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DB92FB-DA41-9013-AE3A-5882CEEE8B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A2620A1-C0CA-1D0E-E85E-5C1326F8CB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D0CEA8-D591-4CC9-939A-A3BE6FD93E89}" type="datetime1">
              <a:rPr lang="en-IN" smtClean="0"/>
              <a:t>23-04-2026</a:t>
            </a:fld>
            <a:endParaRPr lang="en-IN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63BD8B1-5363-075D-CDCC-8CAC0A6A78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6E4555F-1DC7-94CF-74D7-21521EE939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2F6845-8F47-4AB8-B9CE-96D88E741707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99682184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B497F04-5F5B-E4F7-0A48-A1FBAC01C3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BE2297-DC8B-48E6-B6D6-34773F9A5984}" type="datetime1">
              <a:rPr lang="en-IN" smtClean="0"/>
              <a:t>23-04-2026</a:t>
            </a:fld>
            <a:endParaRPr lang="en-IN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EDCC3BA-DF88-8CE4-AB31-983A3C796A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817982A-25A2-0FA2-0BC4-48C8775F84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2F6845-8F47-4AB8-B9CE-96D88E741707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11384266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217936-1384-3D53-34C7-E638688EFD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4108029-8ADE-BDA5-4C8D-31C36155648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D6CB47A-C96A-8918-E1EB-9A8DBEC7275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D65CB0D-C5CF-96B6-5923-222D7E403E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C2A547-6E4B-4188-9BD5-035CB9C4BCC5}" type="datetime1">
              <a:rPr lang="en-IN" smtClean="0"/>
              <a:t>23-04-2026</a:t>
            </a:fld>
            <a:endParaRPr lang="en-IN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9A0E17E-D21B-9F95-DB42-019C9AB18C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431A4E0-3F3F-3857-C2B7-EEDD3DF99C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2F6845-8F47-4AB8-B9CE-96D88E741707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92392169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BEDF05-F2AE-B072-8E2E-CB4CF5B08F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20EF8F1-DFA6-282F-E8CD-83826A12E49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5808D68-B430-9A5B-4A9B-8549EA20AC8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0002EBD-67C3-A4B8-A83C-896997C53E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706E29-16A1-4AAE-B55B-4E3DB7265605}" type="datetime1">
              <a:rPr lang="en-IN" smtClean="0"/>
              <a:t>23-04-2026</a:t>
            </a:fld>
            <a:endParaRPr lang="en-IN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2B00B68-5333-C602-6799-3D1B2E434B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04925F4-1AF9-E8B5-0534-4714B5FAF5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2F6845-8F47-4AB8-B9CE-96D88E741707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7999697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9011F1-D172-AE20-8D21-0A938E210E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E8E52B7-EB5E-AF2A-3525-5B4BBFD15AA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16D7DCF-1783-47F8-CDB8-8B7167ECD0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C26915-BE00-456E-A9CA-DB9FE1FD674A}" type="datetime1">
              <a:rPr lang="en-IN" smtClean="0"/>
              <a:t>23-04-2026</a:t>
            </a:fld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46968A7-C083-F20B-0369-2067E75DE5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255429C-96E8-1064-0F87-6D95D15F93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2F6845-8F47-4AB8-B9CE-96D88E741707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44876182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6A47F57-697A-B97E-DD3A-2910D126C5B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73F252A-D3F9-0BB4-D962-668169761B8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1B93D65-8824-8EBE-4CB8-E4D7750FE8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A2D233-408A-4415-B919-B7ECAA5043E2}" type="datetime1">
              <a:rPr lang="en-IN" smtClean="0"/>
              <a:t>23-04-2026</a:t>
            </a:fld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A1EA1BA-06A5-9F5B-136C-80EDFD72EB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163C8CA-61F8-0704-0F6E-DDDD2B9987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2F6845-8F47-4AB8-B9CE-96D88E741707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74878249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309843D-C7AC-7DCA-D2A1-30C29BBAB6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62A0867-11DA-F019-8907-1B3D8BD7C7E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00DD53F-CA45-CCAE-9ADB-5B0F61393A1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EAC608B-7A9F-4336-97A2-89908E443DAD}" type="datetime1">
              <a:rPr lang="en-IN" smtClean="0"/>
              <a:t>23-04-2026</a:t>
            </a:fld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C91FF70-F320-3E09-D811-B610D38CEA7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99947EA-7073-9466-0549-46E86F1C89F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32F6845-8F47-4AB8-B9CE-96D88E741707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0419452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wmf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3"/>
          <p:cNvSpPr txBox="1"/>
          <p:nvPr/>
        </p:nvSpPr>
        <p:spPr>
          <a:xfrm>
            <a:off x="6525369" y="2128572"/>
            <a:ext cx="5514300" cy="20205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ts val="2000"/>
              <a:buFont typeface="Arial"/>
              <a:buNone/>
            </a:pPr>
            <a:r>
              <a:rPr lang="en-GB" sz="2000" b="1" i="0" u="none" strike="noStrike" cap="none" dirty="0">
                <a:solidFill>
                  <a:srgbClr val="17365D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Under the Supervision of,</a:t>
            </a:r>
            <a:endParaRPr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marR="0" lvl="0" indent="0" algn="ctr" rtl="0">
              <a:spcBef>
                <a:spcPts val="400"/>
              </a:spcBef>
              <a:spcAft>
                <a:spcPts val="0"/>
              </a:spcAft>
              <a:buClr>
                <a:srgbClr val="17365D"/>
              </a:buClr>
              <a:buSzPts val="2000"/>
              <a:buFont typeface="Arial"/>
              <a:buNone/>
            </a:pPr>
            <a:endParaRPr sz="2000" b="1" i="0" u="none" strike="noStrike" cap="none" dirty="0">
              <a:solidFill>
                <a:srgbClr val="17365D"/>
              </a:solidFill>
              <a:latin typeface="Cambria" panose="02040503050406030204" pitchFamily="18" charset="0"/>
              <a:ea typeface="Cambria" panose="02040503050406030204" pitchFamily="18" charset="0"/>
              <a:cs typeface="Verdana"/>
              <a:sym typeface="Verdana"/>
            </a:endParaRPr>
          </a:p>
          <a:p>
            <a:pPr marL="0" marR="0" lvl="0" indent="0" algn="l" rtl="0">
              <a:spcBef>
                <a:spcPts val="340"/>
              </a:spcBef>
              <a:spcAft>
                <a:spcPts val="0"/>
              </a:spcAft>
              <a:buClr>
                <a:srgbClr val="17365D"/>
              </a:buClr>
              <a:buSzPts val="1700"/>
              <a:buFont typeface="Arial"/>
              <a:buNone/>
            </a:pPr>
            <a:r>
              <a:rPr lang="en-GB" sz="1700" b="1" i="0" u="none" strike="noStrike" cap="none" dirty="0" smtClean="0">
                <a:solidFill>
                  <a:srgbClr val="17365D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Guide - Ms. </a:t>
            </a:r>
            <a:r>
              <a:rPr lang="en-GB" sz="1700" b="1" i="0" u="none" strike="noStrike" cap="none" dirty="0" err="1" smtClean="0">
                <a:solidFill>
                  <a:srgbClr val="17365D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Shaik</a:t>
            </a:r>
            <a:r>
              <a:rPr lang="en-GB" sz="1700" b="1" i="0" u="none" strike="noStrike" cap="none" dirty="0" smtClean="0">
                <a:solidFill>
                  <a:srgbClr val="17365D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 Salma Begum -  Assistant Professor</a:t>
            </a:r>
          </a:p>
          <a:p>
            <a:pPr lvl="0">
              <a:spcBef>
                <a:spcPts val="340"/>
              </a:spcBef>
              <a:buClr>
                <a:srgbClr val="17365D"/>
              </a:buClr>
              <a:buSzPts val="1700"/>
            </a:pPr>
            <a:r>
              <a:rPr lang="en-GB" sz="1700" b="1" dirty="0" smtClean="0">
                <a:solidFill>
                  <a:srgbClr val="17365D"/>
                </a:solidFill>
                <a:latin typeface="Cambria" panose="02040503050406030204" pitchFamily="18" charset="0"/>
                <a:ea typeface="Cambria" panose="02040503050406030204" pitchFamily="18" charset="0"/>
                <a:sym typeface="Verdana"/>
              </a:rPr>
              <a:t>Reviewer – Ms. </a:t>
            </a:r>
            <a:r>
              <a:rPr lang="en-GB" sz="1700" b="1" dirty="0" err="1" smtClean="0">
                <a:solidFill>
                  <a:srgbClr val="17365D"/>
                </a:solidFill>
                <a:latin typeface="Cambria" panose="02040503050406030204" pitchFamily="18" charset="0"/>
                <a:ea typeface="Cambria" panose="02040503050406030204" pitchFamily="18" charset="0"/>
                <a:sym typeface="Verdana"/>
              </a:rPr>
              <a:t>Shwetha</a:t>
            </a:r>
            <a:r>
              <a:rPr lang="en-GB" sz="1700" b="1" dirty="0" smtClean="0">
                <a:solidFill>
                  <a:srgbClr val="17365D"/>
                </a:solidFill>
                <a:latin typeface="Cambria" panose="02040503050406030204" pitchFamily="18" charset="0"/>
                <a:ea typeface="Cambria" panose="02040503050406030204" pitchFamily="18" charset="0"/>
                <a:sym typeface="Verdana"/>
              </a:rPr>
              <a:t> K H - </a:t>
            </a:r>
            <a:r>
              <a:rPr lang="en-GB" b="1" dirty="0">
                <a:solidFill>
                  <a:srgbClr val="17365D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Assistant </a:t>
            </a:r>
            <a:r>
              <a:rPr lang="en-GB" b="1" dirty="0" smtClean="0">
                <a:solidFill>
                  <a:srgbClr val="17365D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Professor</a:t>
            </a:r>
            <a:endParaRPr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marR="0" lvl="0" indent="0" algn="l" rtl="0">
              <a:spcBef>
                <a:spcPts val="340"/>
              </a:spcBef>
              <a:spcAft>
                <a:spcPts val="0"/>
              </a:spcAft>
              <a:buClr>
                <a:srgbClr val="17365D"/>
              </a:buClr>
              <a:buSzPts val="1700"/>
              <a:buFont typeface="Arial"/>
              <a:buNone/>
            </a:pPr>
            <a:r>
              <a:rPr lang="en-GB" sz="1700" b="1" i="0" u="none" strike="noStrike" cap="none" dirty="0" smtClean="0">
                <a:solidFill>
                  <a:srgbClr val="17365D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Presidency School </a:t>
            </a:r>
            <a:r>
              <a:rPr lang="en-GB" sz="1700" b="1" i="0" u="none" strike="noStrike" cap="none" dirty="0">
                <a:solidFill>
                  <a:srgbClr val="17365D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of </a:t>
            </a:r>
            <a:r>
              <a:rPr lang="en-GB" sz="1700" b="1" i="0" u="none" strike="noStrike" cap="none" dirty="0" smtClean="0">
                <a:solidFill>
                  <a:srgbClr val="17365D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CSE</a:t>
            </a:r>
            <a:endParaRPr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marR="0" lvl="0" indent="0" algn="l" rtl="0">
              <a:spcBef>
                <a:spcPts val="340"/>
              </a:spcBef>
              <a:spcAft>
                <a:spcPts val="0"/>
              </a:spcAft>
              <a:buClr>
                <a:srgbClr val="17365D"/>
              </a:buClr>
              <a:buSzPts val="1700"/>
              <a:buFont typeface="Arial"/>
              <a:buNone/>
            </a:pPr>
            <a:r>
              <a:rPr lang="en-GB" sz="1700" b="1" i="0" u="none" strike="noStrike" cap="none" dirty="0">
                <a:solidFill>
                  <a:srgbClr val="17365D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Presidency University</a:t>
            </a:r>
            <a:endParaRPr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marR="0" lvl="0" indent="0" algn="l" rtl="0">
              <a:spcBef>
                <a:spcPts val="400"/>
              </a:spcBef>
              <a:spcAft>
                <a:spcPts val="0"/>
              </a:spcAft>
              <a:buClr>
                <a:srgbClr val="17365D"/>
              </a:buClr>
              <a:buSzPts val="2000"/>
              <a:buFont typeface="Arial"/>
              <a:buNone/>
            </a:pPr>
            <a:endParaRPr sz="2000" b="1" i="0" u="none" strike="noStrike" cap="none" dirty="0">
              <a:solidFill>
                <a:srgbClr val="17365D"/>
              </a:solidFill>
              <a:latin typeface="Cambria" panose="02040503050406030204" pitchFamily="18" charset="0"/>
              <a:ea typeface="Cambria" panose="02040503050406030204" pitchFamily="18" charset="0"/>
              <a:cs typeface="Verdana"/>
              <a:sym typeface="Verdana"/>
            </a:endParaRPr>
          </a:p>
        </p:txBody>
      </p:sp>
      <p:sp>
        <p:nvSpPr>
          <p:cNvPr id="8" name="Google Shape;91;p13"/>
          <p:cNvSpPr txBox="1"/>
          <p:nvPr/>
        </p:nvSpPr>
        <p:spPr>
          <a:xfrm>
            <a:off x="156411" y="4130278"/>
            <a:ext cx="12249915" cy="1562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rtl="0"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ct val="100000"/>
              <a:buFont typeface="Arial"/>
              <a:buNone/>
            </a:pPr>
            <a:r>
              <a:rPr lang="en-US" sz="2000" b="1" i="0" u="none" strike="noStrike" cap="none" dirty="0" smtClean="0">
                <a:solidFill>
                  <a:schemeClr val="accent1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Name of the Program: </a:t>
            </a:r>
            <a:r>
              <a:rPr lang="en-US" sz="2000" b="1" i="0" u="none" strike="noStrike" cap="none" dirty="0" err="1" smtClean="0"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B.Tech</a:t>
            </a:r>
            <a:r>
              <a:rPr lang="en-US" sz="2000" b="1" i="0" u="none" strike="noStrike" cap="none" dirty="0" smtClean="0"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 (CSE)</a:t>
            </a:r>
          </a:p>
          <a:p>
            <a:pPr marL="0" marR="0" lvl="0" indent="0" rtl="0"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ct val="100000"/>
              <a:buFont typeface="Arial"/>
              <a:buNone/>
            </a:pPr>
            <a:r>
              <a:rPr lang="en-US" sz="2000" b="1" dirty="0" smtClean="0">
                <a:solidFill>
                  <a:schemeClr val="accent1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Name of the HoD: </a:t>
            </a:r>
            <a:r>
              <a:rPr lang="en-US" sz="2000" b="1" dirty="0" smtClean="0"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Dr. Asif Mohammed</a:t>
            </a:r>
          </a:p>
          <a:p>
            <a:pPr marL="0" marR="0" lvl="0" indent="0" rtl="0"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ct val="100000"/>
              <a:buFont typeface="Arial"/>
              <a:buNone/>
            </a:pPr>
            <a:r>
              <a:rPr lang="en-US" sz="2000" b="1" i="0" u="none" strike="noStrike" cap="none" dirty="0" smtClean="0">
                <a:solidFill>
                  <a:schemeClr val="accent1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Name of the Program Internship Coordinator: </a:t>
            </a:r>
            <a:r>
              <a:rPr lang="en-US" sz="2000" b="1" i="0" u="none" strike="noStrike" cap="none" dirty="0" smtClean="0"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Ms</a:t>
            </a:r>
            <a:r>
              <a:rPr lang="en-US" sz="2000" b="1" dirty="0" smtClean="0"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. Riya </a:t>
            </a:r>
            <a:r>
              <a:rPr lang="en-US" sz="2000" b="1" dirty="0" err="1" smtClean="0"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Sanjesh</a:t>
            </a:r>
            <a:endParaRPr lang="en-US" sz="2000" b="1" i="0" u="none" strike="noStrike" cap="none" dirty="0" smtClean="0">
              <a:latin typeface="Cambria" panose="02040503050406030204" pitchFamily="18" charset="0"/>
              <a:ea typeface="Cambria" panose="02040503050406030204" pitchFamily="18" charset="0"/>
              <a:cs typeface="Verdana"/>
              <a:sym typeface="Verdana"/>
            </a:endParaRPr>
          </a:p>
          <a:p>
            <a:pPr lvl="0">
              <a:buClr>
                <a:srgbClr val="17365D"/>
              </a:buClr>
              <a:buSzPct val="100000"/>
            </a:pPr>
            <a:r>
              <a:rPr lang="en-US" sz="2000" b="1" dirty="0">
                <a:solidFill>
                  <a:schemeClr val="accent1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Name of the </a:t>
            </a:r>
            <a:r>
              <a:rPr lang="en-US" sz="2000" b="1" dirty="0" smtClean="0">
                <a:solidFill>
                  <a:schemeClr val="accent1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School Internship Coordinator: </a:t>
            </a:r>
            <a:r>
              <a:rPr lang="en-US" sz="2000" b="1" dirty="0"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D</a:t>
            </a:r>
            <a:r>
              <a:rPr lang="en-US" sz="2000" b="1" dirty="0" smtClean="0"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r</a:t>
            </a:r>
            <a:r>
              <a:rPr lang="en-US" sz="2000" b="1" dirty="0"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. Md Ziaur </a:t>
            </a:r>
            <a:r>
              <a:rPr lang="en-US" sz="2000" b="1" dirty="0" smtClean="0"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Rahman</a:t>
            </a:r>
          </a:p>
          <a:p>
            <a:pPr lvl="0">
              <a:buClr>
                <a:srgbClr val="17365D"/>
              </a:buClr>
              <a:buSzPct val="100000"/>
            </a:pPr>
            <a:r>
              <a:rPr lang="en-US" sz="2000" b="1" dirty="0"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 </a:t>
            </a:r>
            <a:r>
              <a:rPr lang="en-US" sz="2000" b="1" dirty="0" smtClean="0"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													</a:t>
            </a:r>
            <a:endParaRPr sz="2000" b="1" i="0" u="none" strike="noStrike" cap="none" dirty="0">
              <a:solidFill>
                <a:schemeClr val="tx1"/>
              </a:solidFill>
              <a:latin typeface="Cambria" panose="02040503050406030204" pitchFamily="18" charset="0"/>
              <a:ea typeface="Cambria" panose="02040503050406030204" pitchFamily="18" charset="0"/>
              <a:cs typeface="Verdana"/>
              <a:sym typeface="Verdana"/>
            </a:endParaRPr>
          </a:p>
        </p:txBody>
      </p:sp>
      <p:sp>
        <p:nvSpPr>
          <p:cNvPr id="9" name="Title 1"/>
          <p:cNvSpPr txBox="1">
            <a:spLocks/>
          </p:cNvSpPr>
          <p:nvPr/>
        </p:nvSpPr>
        <p:spPr>
          <a:xfrm>
            <a:off x="838200" y="130629"/>
            <a:ext cx="10515600" cy="15600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ts val="2800"/>
              <a:buFont typeface="Verdana"/>
              <a:buNone/>
              <a:defRPr sz="2800" b="1" i="0" u="none" strike="noStrike" cap="none">
                <a:solidFill>
                  <a:srgbClr val="17365D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/>
            <a:r>
              <a:rPr lang="en-US" altLang="en-US" dirty="0" smtClean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CSE7302 - INTERNSHIP</a:t>
            </a:r>
            <a:r>
              <a:rPr lang="en-IN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/>
            </a:r>
            <a:br>
              <a:rPr lang="en-IN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400" dirty="0" smtClean="0">
                <a:solidFill>
                  <a:srgbClr val="0070C0"/>
                </a:solidFill>
                <a:latin typeface="Times New Roman" panose="02020603050405020304" pitchFamily="18" charset="0"/>
                <a:ea typeface="Tahoma" pitchFamily="34" charset="0"/>
                <a:cs typeface="Times New Roman" panose="02020603050405020304" pitchFamily="18" charset="0"/>
              </a:rPr>
              <a:t>Review-1 Presentation </a:t>
            </a:r>
            <a:br>
              <a:rPr lang="en-US" sz="2400" dirty="0" smtClean="0">
                <a:solidFill>
                  <a:srgbClr val="0070C0"/>
                </a:solidFill>
                <a:latin typeface="Times New Roman" panose="02020603050405020304" pitchFamily="18" charset="0"/>
                <a:ea typeface="Tahoma" pitchFamily="34" charset="0"/>
                <a:cs typeface="Times New Roman" panose="02020603050405020304" pitchFamily="18" charset="0"/>
              </a:rPr>
            </a:br>
            <a:r>
              <a:rPr lang="en-US" dirty="0" smtClean="0">
                <a:solidFill>
                  <a:srgbClr val="0070C0"/>
                </a:solidFill>
                <a:latin typeface="Times New Roman" panose="02020603050405020304" pitchFamily="18" charset="0"/>
                <a:ea typeface="Tahoma" pitchFamily="34" charset="0"/>
                <a:cs typeface="Times New Roman" panose="02020603050405020304" pitchFamily="18" charset="0"/>
              </a:rPr>
              <a:t>KPMG – Global Services</a:t>
            </a:r>
            <a:r>
              <a:rPr lang="en-US" sz="2400" dirty="0" smtClean="0">
                <a:solidFill>
                  <a:srgbClr val="0070C0"/>
                </a:solidFill>
                <a:latin typeface="Times New Roman" panose="02020603050405020304" pitchFamily="18" charset="0"/>
                <a:ea typeface="Tahoma" pitchFamily="34" charset="0"/>
                <a:cs typeface="Times New Roman" panose="02020603050405020304" pitchFamily="18" charset="0"/>
              </a:rPr>
              <a:t/>
            </a:r>
            <a:br>
              <a:rPr lang="en-US" sz="2400" dirty="0" smtClean="0">
                <a:solidFill>
                  <a:srgbClr val="0070C0"/>
                </a:solidFill>
                <a:latin typeface="Times New Roman" panose="02020603050405020304" pitchFamily="18" charset="0"/>
                <a:ea typeface="Tahoma" pitchFamily="34" charset="0"/>
                <a:cs typeface="Times New Roman" panose="02020603050405020304" pitchFamily="18" charset="0"/>
              </a:rPr>
            </a:b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10" name="Table 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22855364"/>
              </p:ext>
            </p:extLst>
          </p:nvPr>
        </p:nvGraphicFramePr>
        <p:xfrm>
          <a:off x="601909" y="1911875"/>
          <a:ext cx="5321552" cy="1463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71270">
                  <a:extLst>
                    <a:ext uri="{9D8B030D-6E8A-4147-A177-3AD203B41FA5}">
                      <a16:colId xmlns:a16="http://schemas.microsoft.com/office/drawing/2014/main" val="2689928737"/>
                    </a:ext>
                  </a:extLst>
                </a:gridCol>
                <a:gridCol w="3950282">
                  <a:extLst>
                    <a:ext uri="{9D8B030D-6E8A-4147-A177-3AD203B41FA5}">
                      <a16:colId xmlns:a16="http://schemas.microsoft.com/office/drawing/2014/main" val="3965538731"/>
                    </a:ext>
                  </a:extLst>
                </a:gridCol>
              </a:tblGrid>
              <a:tr h="362263">
                <a:tc gridSpan="2"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Cambria" panose="020405030504060302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Student Details</a:t>
                      </a:r>
                      <a:endParaRPr lang="en-US" dirty="0"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65105319"/>
                  </a:ext>
                </a:extLst>
              </a:tr>
              <a:tr h="362263">
                <a:tc>
                  <a:txBody>
                    <a:bodyPr/>
                    <a:lstStyle/>
                    <a:p>
                      <a:pPr algn="l"/>
                      <a:r>
                        <a:rPr lang="en-US" b="1" dirty="0" smtClean="0">
                          <a:latin typeface="Cambria" panose="020405030504060302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Name</a:t>
                      </a:r>
                      <a:endParaRPr lang="en-US" b="1" dirty="0"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Cambria" panose="020405030504060302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Salini A</a:t>
                      </a:r>
                      <a:endParaRPr lang="en-US" dirty="0"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73540802"/>
                  </a:ext>
                </a:extLst>
              </a:tr>
              <a:tr h="362263">
                <a:tc>
                  <a:txBody>
                    <a:bodyPr/>
                    <a:lstStyle/>
                    <a:p>
                      <a:pPr algn="l"/>
                      <a:r>
                        <a:rPr lang="en-US" b="1" dirty="0" smtClean="0">
                          <a:latin typeface="Cambria" panose="020405030504060302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Roll No</a:t>
                      </a:r>
                      <a:endParaRPr lang="en-US" b="1" dirty="0"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Cambria" panose="020405030504060302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20221CSE0640</a:t>
                      </a:r>
                      <a:endParaRPr lang="en-US" dirty="0"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25509489"/>
                  </a:ext>
                </a:extLst>
              </a:tr>
              <a:tr h="362263">
                <a:tc>
                  <a:txBody>
                    <a:bodyPr/>
                    <a:lstStyle/>
                    <a:p>
                      <a:pPr algn="l"/>
                      <a:r>
                        <a:rPr lang="en-US" b="1" dirty="0" smtClean="0">
                          <a:latin typeface="Cambria" panose="020405030504060302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Section</a:t>
                      </a:r>
                      <a:endParaRPr lang="en-US" b="1" dirty="0"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Cambria" panose="020405030504060302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8CSE04</a:t>
                      </a:r>
                      <a:endParaRPr lang="en-US" dirty="0"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7826818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06672458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14"/>
          <p:cNvSpPr txBox="1">
            <a:spLocks noGrp="1"/>
          </p:cNvSpPr>
          <p:nvPr>
            <p:ph type="title"/>
          </p:nvPr>
        </p:nvSpPr>
        <p:spPr>
          <a:xfrm>
            <a:off x="812800" y="274638"/>
            <a:ext cx="106680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ts val="2800"/>
              <a:buFont typeface="Verdana"/>
              <a:buNone/>
            </a:pPr>
            <a:r>
              <a:rPr lang="en-GB" dirty="0" smtClean="0">
                <a:latin typeface="Cambria" panose="02040503050406030204" pitchFamily="18" charset="0"/>
                <a:ea typeface="Cambria" panose="02040503050406030204" pitchFamily="18" charset="0"/>
              </a:rPr>
              <a:t>Content</a:t>
            </a:r>
            <a:endParaRPr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97" name="Google Shape;97;p14"/>
          <p:cNvSpPr txBox="1">
            <a:spLocks noGrp="1"/>
          </p:cNvSpPr>
          <p:nvPr>
            <p:ph type="body" idx="1"/>
          </p:nvPr>
        </p:nvSpPr>
        <p:spPr>
          <a:xfrm>
            <a:off x="704516" y="902370"/>
            <a:ext cx="10668000" cy="427120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95300" indent="-342900" algn="just">
              <a:lnSpc>
                <a:spcPct val="200000"/>
              </a:lnSpc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lang="en-US" sz="20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About Company or </a:t>
            </a:r>
            <a:r>
              <a:rPr lang="en-US" sz="2000" b="1" dirty="0" smtClean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Organization</a:t>
            </a:r>
          </a:p>
          <a:p>
            <a:pPr marL="495300" indent="-342900" algn="just">
              <a:lnSpc>
                <a:spcPct val="200000"/>
              </a:lnSpc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lang="en-IN" sz="20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Working domain or the technology</a:t>
            </a:r>
            <a:endParaRPr lang="en-US" sz="2000" dirty="0" smtClean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495300" indent="-342900" algn="just">
              <a:lnSpc>
                <a:spcPct val="200000"/>
              </a:lnSpc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lang="en-IN" sz="20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About your team and reporting Manager</a:t>
            </a:r>
            <a:endParaRPr lang="en-US" sz="2000" dirty="0" smtClean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495300" indent="-342900" algn="just">
              <a:lnSpc>
                <a:spcPct val="200000"/>
              </a:lnSpc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lang="en-IN" sz="20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Challenges Faced in Internship</a:t>
            </a:r>
            <a:endParaRPr lang="en-US" sz="2000" dirty="0" smtClean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495300" indent="-342900" algn="just">
              <a:lnSpc>
                <a:spcPct val="200000"/>
              </a:lnSpc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lang="en-IN" sz="20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Objectives of the </a:t>
            </a:r>
            <a:r>
              <a:rPr lang="en-IN" sz="2000" b="1" dirty="0" smtClean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work</a:t>
            </a:r>
          </a:p>
          <a:p>
            <a:pPr marL="495300" indent="-342900" algn="just">
              <a:lnSpc>
                <a:spcPct val="200000"/>
              </a:lnSpc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lang="en-IN" sz="2000" b="1" dirty="0" smtClean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Internship Roadmap</a:t>
            </a:r>
          </a:p>
          <a:p>
            <a:pPr marL="495300" indent="-342900" algn="just">
              <a:lnSpc>
                <a:spcPct val="200000"/>
              </a:lnSpc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lang="en-IN" sz="2000" b="1" dirty="0" smtClean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Github Link</a:t>
            </a:r>
            <a:endParaRPr lang="en-US" sz="2000" dirty="0" smtClean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495300" lvl="0" indent="-342900" algn="just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Wingdings" panose="05000000000000000000" pitchFamily="2" charset="2"/>
              <a:buChar char="Ø"/>
            </a:pPr>
            <a:endParaRPr sz="20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1699304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15EC703-C051-410C-8BA1-62752E291E83}" type="slidenum">
              <a:rPr lang="en-US" altLang="en-US" smtClean="0"/>
              <a:pPr>
                <a:defRPr/>
              </a:pPr>
              <a:t>3</a:t>
            </a:fld>
            <a:endParaRPr lang="en-US" altLang="en-US"/>
          </a:p>
        </p:txBody>
      </p:sp>
      <p:sp>
        <p:nvSpPr>
          <p:cNvPr id="7" name="Rectangle 6"/>
          <p:cNvSpPr/>
          <p:nvPr/>
        </p:nvSpPr>
        <p:spPr>
          <a:xfrm>
            <a:off x="480767" y="1772239"/>
            <a:ext cx="11208470" cy="390876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200" b="1" dirty="0" smtClean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Overview</a:t>
            </a:r>
          </a:p>
          <a:p>
            <a:endParaRPr lang="en-US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KPMG Global Services (KGS) is the global delivery and support organization of KPMG, one of the Big Four professional services networks.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KGS supports KPMG member firms worldwide by providing delivery excellence in: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Audit (Assurance)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Tax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Advisory / Consulting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Technology and Digital services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Focus: quality delivery, standardization, innovation, automation, and analytics.</a:t>
            </a:r>
          </a:p>
        </p:txBody>
      </p:sp>
      <p:sp>
        <p:nvSpPr>
          <p:cNvPr id="2" name="Rectangle 1"/>
          <p:cNvSpPr/>
          <p:nvPr/>
        </p:nvSpPr>
        <p:spPr>
          <a:xfrm>
            <a:off x="5064479" y="510741"/>
            <a:ext cx="3146267" cy="76944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4400" b="1" dirty="0" smtClean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KPMG</a:t>
            </a:r>
            <a:endParaRPr lang="en-US" sz="4400" b="1" dirty="0">
              <a:solidFill>
                <a:schemeClr val="accent1">
                  <a:lumMod val="7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5813891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15EC703-C051-410C-8BA1-62752E291E83}" type="slidenum">
              <a:rPr lang="en-US" altLang="en-US" smtClean="0"/>
              <a:pPr>
                <a:defRPr/>
              </a:pPr>
              <a:t>4</a:t>
            </a:fld>
            <a:endParaRPr lang="en-US" altLang="en-US"/>
          </a:p>
        </p:txBody>
      </p:sp>
      <p:sp>
        <p:nvSpPr>
          <p:cNvPr id="7" name="Rectangle 6"/>
          <p:cNvSpPr/>
          <p:nvPr/>
        </p:nvSpPr>
        <p:spPr>
          <a:xfrm>
            <a:off x="377073" y="235669"/>
            <a:ext cx="11208470" cy="538609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8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Key Services / Offerings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Audit support and assurance 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delivery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Tax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research, compliance support and 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reporting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Risk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&amp; governance support (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GRC)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Consulting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delivery support (transformation, strategy, 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operations)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Technology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enablement (data analytics, cloud support, automation, cybersecurity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8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Products / Solutions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KGS supports KPMG firms 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through: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Data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analytics &amp; 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reporting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Digital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transformation 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enablement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Automation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tools &amp; AI-driven 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workflows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Cloud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and enterprise platforms 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support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Cybersecurity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and risk solutions 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support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5309334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15EC703-C051-410C-8BA1-62752E291E83}" type="slidenum">
              <a:rPr lang="en-US" altLang="en-US" smtClean="0"/>
              <a:pPr>
                <a:defRPr/>
              </a:pPr>
              <a:t>5</a:t>
            </a:fld>
            <a:endParaRPr lang="en-US" altLang="en-US"/>
          </a:p>
        </p:txBody>
      </p:sp>
      <p:sp>
        <p:nvSpPr>
          <p:cNvPr id="7" name="Rectangle 6"/>
          <p:cNvSpPr/>
          <p:nvPr/>
        </p:nvSpPr>
        <p:spPr>
          <a:xfrm>
            <a:off x="377073" y="235669"/>
            <a:ext cx="11208470" cy="58785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800" b="1" dirty="0" smtClean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Clients </a:t>
            </a:r>
          </a:p>
          <a:p>
            <a:endParaRPr lang="en-US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KGS supports KPMG teams who work with large clients across sectors. Some real well-known KPMG clients include:</a:t>
            </a:r>
          </a:p>
          <a:p>
            <a:r>
              <a:rPr lang="en-US" sz="24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-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Deutsche Bank (Financial Services) </a:t>
            </a:r>
          </a:p>
          <a:p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- Wells Fargo (Banking) </a:t>
            </a:r>
          </a:p>
          <a:p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- Citigroup (Banking) </a:t>
            </a:r>
          </a:p>
          <a:p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- General Electric (GE) (Industrial &amp; Energy) </a:t>
            </a:r>
          </a:p>
          <a:p>
            <a:pPr marL="342900" indent="-342900">
              <a:buFontTx/>
              <a:buChar char="-"/>
            </a:pP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Accenture (Technology &amp; Services)</a:t>
            </a:r>
          </a:p>
          <a:p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KPMG has a presence in ~143 countries and territories across the world, with offices in North America, Europe, Asia-Pacific, Middle East, Africa and Latin America.</a:t>
            </a:r>
            <a:endParaRPr lang="en-US" sz="24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3200" b="1" dirty="0" err="1">
                <a:solidFill>
                  <a:srgbClr val="0070C0"/>
                </a:solidFill>
              </a:rPr>
              <a:t>Klynveld</a:t>
            </a:r>
            <a:r>
              <a:rPr lang="en-IN" sz="3200" b="1" dirty="0">
                <a:solidFill>
                  <a:srgbClr val="0070C0"/>
                </a:solidFill>
              </a:rPr>
              <a:t> Peat Marwick </a:t>
            </a:r>
            <a:r>
              <a:rPr lang="en-IN" sz="3200" b="1" dirty="0" err="1" smtClean="0">
                <a:solidFill>
                  <a:srgbClr val="0070C0"/>
                </a:solidFill>
              </a:rPr>
              <a:t>Goerdeler</a:t>
            </a:r>
            <a:r>
              <a:rPr lang="en-IN" sz="3200" b="1" dirty="0" smtClean="0">
                <a:solidFill>
                  <a:srgbClr val="0070C0"/>
                </a:solidFill>
              </a:rPr>
              <a:t> - KPMG</a:t>
            </a:r>
            <a:endParaRPr lang="en-US" sz="4000" b="1" dirty="0" smtClean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4888128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3481" y="241685"/>
            <a:ext cx="12199072" cy="5989431"/>
          </a:xfrm>
        </p:spPr>
        <p:txBody>
          <a:bodyPr>
            <a:normAutofit fontScale="25000" lnSpcReduction="20000"/>
          </a:bodyPr>
          <a:lstStyle/>
          <a:p>
            <a:pPr marL="0" indent="0">
              <a:buNone/>
            </a:pPr>
            <a:r>
              <a:rPr lang="en-IN" sz="112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Assigned </a:t>
            </a:r>
            <a:r>
              <a:rPr lang="en-IN" sz="11200" b="1" dirty="0" smtClean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Domain</a:t>
            </a:r>
          </a:p>
          <a:p>
            <a:pPr marL="0" indent="0">
              <a:buNone/>
            </a:pPr>
            <a:endParaRPr lang="en-IN" sz="9600" b="1" dirty="0">
              <a:solidFill>
                <a:schemeClr val="accent1">
                  <a:lumMod val="7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96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Domain:</a:t>
            </a:r>
            <a:r>
              <a:rPr lang="en-IN" sz="9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Cybersecurity – Cyber Managed Services </a:t>
            </a:r>
          </a:p>
          <a:p>
            <a:r>
              <a:rPr lang="en-IN" sz="96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Role</a:t>
            </a:r>
            <a:r>
              <a:rPr lang="en-IN" sz="9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r>
              <a:rPr lang="en-IN" sz="9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9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Analyst</a:t>
            </a:r>
            <a:r>
              <a:rPr lang="en-IN" sz="9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en-IN" sz="96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9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96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Organization</a:t>
            </a:r>
            <a:r>
              <a:rPr lang="en-IN" sz="9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r>
              <a:rPr lang="en-IN" sz="9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KPMG Global Services (KGS)</a:t>
            </a:r>
          </a:p>
          <a:p>
            <a:r>
              <a:rPr lang="en-IN" sz="9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Environment/Platform:</a:t>
            </a:r>
            <a:r>
              <a:rPr lang="en-IN" sz="9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Kali </a:t>
            </a:r>
            <a:r>
              <a:rPr lang="en-IN" sz="9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Linux</a:t>
            </a:r>
          </a:p>
          <a:p>
            <a:r>
              <a:rPr lang="en-IN" sz="96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Team - </a:t>
            </a:r>
            <a:r>
              <a:rPr lang="en-IN" sz="9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Penetration </a:t>
            </a:r>
            <a:r>
              <a:rPr lang="en-IN" sz="9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Testing </a:t>
            </a:r>
            <a:endParaRPr lang="en-IN" sz="96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IN" sz="9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IN" sz="112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Technology </a:t>
            </a:r>
            <a:r>
              <a:rPr lang="en-IN" sz="11200" b="1" dirty="0" smtClean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Used – Kali Linux</a:t>
            </a:r>
            <a:endParaRPr lang="en-IN" sz="11200" b="1" dirty="0">
              <a:solidFill>
                <a:schemeClr val="accent1">
                  <a:lumMod val="7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IN" b="1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9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Kali </a:t>
            </a:r>
            <a:r>
              <a:rPr lang="en-IN" sz="9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Linux is a </a:t>
            </a:r>
            <a:r>
              <a:rPr lang="en-IN" sz="9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Debian</a:t>
            </a:r>
            <a:r>
              <a:rPr lang="en-IN" sz="9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-based Linux distribution designed specifically for:</a:t>
            </a:r>
          </a:p>
          <a:p>
            <a:pPr lvl="1"/>
            <a:r>
              <a:rPr lang="en-IN" sz="9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Penetration Testing</a:t>
            </a:r>
          </a:p>
          <a:p>
            <a:pPr lvl="1"/>
            <a:r>
              <a:rPr lang="en-IN" sz="9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Vulnerability Assessment</a:t>
            </a:r>
          </a:p>
          <a:p>
            <a:pPr lvl="1"/>
            <a:r>
              <a:rPr lang="en-IN" sz="9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Security Auditing</a:t>
            </a:r>
          </a:p>
          <a:p>
            <a:pPr lvl="1"/>
            <a:r>
              <a:rPr lang="en-IN" sz="9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Digital Forensics</a:t>
            </a:r>
          </a:p>
          <a:p>
            <a:r>
              <a:rPr lang="en-IN" sz="9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contains 600+ pre-installed security </a:t>
            </a:r>
            <a:r>
              <a:rPr lang="en-IN" sz="9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tools</a:t>
            </a:r>
            <a:r>
              <a:rPr lang="en-IN" sz="96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9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IN" sz="9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making it an industry standard for ethical hacking.</a:t>
            </a:r>
          </a:p>
          <a:p>
            <a:pPr marL="0" indent="0">
              <a:buNone/>
            </a:pP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15EC703-C051-410C-8BA1-62752E291E83}" type="slidenum">
              <a:rPr lang="en-US" altLang="en-US" smtClean="0"/>
              <a:pPr>
                <a:defRPr/>
              </a:pPr>
              <a:t>6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65868212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3736" y="373661"/>
            <a:ext cx="11617751" cy="5320128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Key Features of Kali </a:t>
            </a:r>
            <a:r>
              <a:rPr lang="en-US" b="1" dirty="0" smtClean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Linux</a:t>
            </a:r>
          </a:p>
          <a:p>
            <a:pPr marL="0" indent="0">
              <a:buNone/>
            </a:pPr>
            <a:endParaRPr lang="en-US" b="1" dirty="0">
              <a:solidFill>
                <a:schemeClr val="accent1">
                  <a:lumMod val="7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✅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Pre-installed </a:t>
            </a:r>
            <a:r>
              <a:rPr lang="en-US" sz="2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Pentesting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Toolkit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Includes tools for scanning, exploitation, forensics, password auditing, wireless testing, etc.</a:t>
            </a:r>
          </a:p>
          <a:p>
            <a:pPr marL="0" indent="0">
              <a:buNone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✅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Highly Customizable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Supports CLI and GUI tools, custom scripts, and automation.</a:t>
            </a:r>
          </a:p>
          <a:p>
            <a:pPr marL="0" indent="0">
              <a:buNone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✅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Open-source &amp; Updated Regularly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Frequent updates for newest vulnerabilities and attack techniques.</a:t>
            </a:r>
          </a:p>
          <a:p>
            <a:pPr marL="0" indent="0">
              <a:buNone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✅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Supports Multiple Hardware/Platforms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Works on VM, dual boot, WSL, cloud instances.</a:t>
            </a:r>
          </a:p>
          <a:p>
            <a:pPr marL="0" indent="0">
              <a:buNone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✅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Used Professionally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Widely used by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cybersecurity teams and auditors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across the world.</a:t>
            </a:r>
          </a:p>
          <a:p>
            <a:pPr marL="0" indent="0">
              <a:buNone/>
            </a:pP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15EC703-C051-410C-8BA1-62752E291E83}" type="slidenum">
              <a:rPr lang="en-US" altLang="en-US" smtClean="0"/>
              <a:pPr>
                <a:defRPr/>
              </a:pPr>
              <a:t>7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67814043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74249" y="449076"/>
            <a:ext cx="10515600" cy="5480384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IN" b="1" dirty="0" smtClean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Tools </a:t>
            </a:r>
            <a:r>
              <a:rPr lang="en-IN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Used in </a:t>
            </a:r>
            <a:r>
              <a:rPr lang="en-IN" b="1" dirty="0" err="1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Pentesting</a:t>
            </a:r>
            <a:r>
              <a:rPr lang="en-IN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en-IN" sz="4100" b="1" dirty="0">
              <a:solidFill>
                <a:schemeClr val="accent1">
                  <a:lumMod val="7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Reconnaissance &amp; </a:t>
            </a:r>
            <a:r>
              <a:rPr lang="en-IN" sz="24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Scanning - </a:t>
            </a:r>
            <a:r>
              <a:rPr lang="en-IN" sz="2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Nmap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IN" sz="2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Netdiscover</a:t>
            </a:r>
            <a:r>
              <a:rPr lang="en-IN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,DNS 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/ Subdomain enumeration</a:t>
            </a:r>
          </a:p>
          <a:p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Vulnerability </a:t>
            </a:r>
            <a:r>
              <a:rPr lang="en-IN" sz="24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Assessment – </a:t>
            </a:r>
            <a:r>
              <a:rPr lang="en-IN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Nessus , 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OpenVAS, </a:t>
            </a:r>
            <a:r>
              <a:rPr lang="en-IN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Nikto</a:t>
            </a: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Web Application </a:t>
            </a:r>
            <a:r>
              <a:rPr lang="en-IN" sz="24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Testing - </a:t>
            </a:r>
            <a:r>
              <a:rPr lang="en-IN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Burp Suite , OWASP 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Testing methods (XSS, </a:t>
            </a:r>
            <a:r>
              <a:rPr lang="en-IN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SQLi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CSRF, SSRF)</a:t>
            </a:r>
          </a:p>
          <a:p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Exploitation / Attack </a:t>
            </a:r>
            <a:r>
              <a:rPr lang="en-IN" sz="24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Simulation - </a:t>
            </a:r>
            <a:r>
              <a:rPr lang="en-IN" sz="2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Metasploit</a:t>
            </a:r>
            <a:r>
              <a:rPr lang="en-IN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Framework</a:t>
            </a:r>
          </a:p>
          <a:p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Password </a:t>
            </a:r>
            <a:r>
              <a:rPr lang="en-IN" sz="24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Auditing - </a:t>
            </a:r>
            <a:r>
              <a:rPr lang="en-IN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Hydra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John the </a:t>
            </a:r>
            <a:r>
              <a:rPr lang="en-IN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Ripper</a:t>
            </a:r>
          </a:p>
          <a:p>
            <a:pPr marL="0" indent="0">
              <a:buNone/>
            </a:pP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b="1" dirty="0" smtClean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Importance</a:t>
            </a:r>
            <a:endParaRPr lang="en-US" dirty="0">
              <a:solidFill>
                <a:schemeClr val="accent1">
                  <a:lumMod val="7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Helps find security vulnerabilities before attackers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Improves security posture, reduces risk of data breaches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Supports compliance and secure systems</a:t>
            </a:r>
          </a:p>
          <a:p>
            <a:pPr marL="0" indent="0">
              <a:buNone/>
            </a:pPr>
            <a:endParaRPr lang="en-IN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15EC703-C051-410C-8BA1-62752E291E83}" type="slidenum">
              <a:rPr lang="en-US" altLang="en-US" smtClean="0"/>
              <a:pPr>
                <a:defRPr/>
              </a:pPr>
              <a:t>8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25295827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819241"/>
          </a:xfrm>
        </p:spPr>
        <p:txBody>
          <a:bodyPr>
            <a:normAutofit/>
          </a:bodyPr>
          <a:lstStyle/>
          <a:p>
            <a:r>
              <a:rPr lang="en-IN" sz="2800" b="1" dirty="0" smtClean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About Team and </a:t>
            </a:r>
            <a:r>
              <a:rPr lang="en-IN" sz="28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</a:t>
            </a:r>
            <a:r>
              <a:rPr lang="en-IN" sz="2800" b="1" dirty="0" smtClean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eporting Manager</a:t>
            </a:r>
            <a:endParaRPr lang="en-IN" sz="2800" b="1" dirty="0">
              <a:solidFill>
                <a:schemeClr val="accent1">
                  <a:lumMod val="7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15EC703-C051-410C-8BA1-62752E291E83}" type="slidenum">
              <a:rPr lang="en-US" altLang="en-US" smtClean="0"/>
              <a:pPr>
                <a:defRPr/>
              </a:pPr>
              <a:t>9</a:t>
            </a:fld>
            <a:endParaRPr lang="en-US" altLang="en-US"/>
          </a:p>
        </p:txBody>
      </p:sp>
      <p:sp>
        <p:nvSpPr>
          <p:cNvPr id="5" name="Rectangle 1"/>
          <p:cNvSpPr>
            <a:spLocks noGrp="1" noChangeArrowheads="1"/>
          </p:cNvSpPr>
          <p:nvPr>
            <p:ph idx="1"/>
          </p:nvPr>
        </p:nvSpPr>
        <p:spPr bwMode="auto">
          <a:xfrm>
            <a:off x="194357" y="1405115"/>
            <a:ext cx="11997643" cy="378565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The Cyber Managed Services team is divided into different domains</a:t>
            </a: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– IAM,MAST,TPRM,SOC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sz="2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 am part of the </a:t>
            </a:r>
            <a:r>
              <a:rPr kumimoji="0" lang="en-US" altLang="en-US" sz="240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Penetration Testing (MAST)</a:t>
            </a:r>
            <a:r>
              <a:rPr kumimoji="0" lang="en-US" altLang="en-US" sz="2400" i="0" u="none" strike="noStrike" cap="none" normalizeH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sz="240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team.</a:t>
            </a: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Within the </a:t>
            </a:r>
            <a:r>
              <a:rPr kumimoji="0" lang="en-US" altLang="en-US" sz="24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pentesting</a:t>
            </a: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team, interns are assigned into </a:t>
            </a:r>
            <a:r>
              <a:rPr kumimoji="0" lang="en-US" altLang="en-US" sz="240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smaller groups/teams.</a:t>
            </a: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Each group works collaboratively with </a:t>
            </a:r>
            <a:r>
              <a:rPr kumimoji="0" lang="en-US" altLang="en-US" sz="240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distributed tasks </a:t>
            </a: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based on:</a:t>
            </a: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Recon/Scanning</a:t>
            </a: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Vulnerability testing</a:t>
            </a: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Exploitation validation</a:t>
            </a: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Reporting &amp; documentation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2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1069660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572904"/>
            <a:ext cx="10515600" cy="819241"/>
          </a:xfrm>
        </p:spPr>
        <p:txBody>
          <a:bodyPr>
            <a:normAutofit/>
          </a:bodyPr>
          <a:lstStyle/>
          <a:p>
            <a:r>
              <a:rPr lang="en-IN" sz="2800" b="1" dirty="0" smtClean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Challenges Faced in Internship</a:t>
            </a:r>
            <a:endParaRPr lang="en-IN" sz="2800" b="1" dirty="0">
              <a:solidFill>
                <a:schemeClr val="accent1">
                  <a:lumMod val="7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15EC703-C051-410C-8BA1-62752E291E83}" type="slidenum">
              <a:rPr lang="en-US" altLang="en-US" smtClean="0"/>
              <a:pPr>
                <a:defRPr/>
              </a:pPr>
              <a:t>10</a:t>
            </a:fld>
            <a:endParaRPr lang="en-US" altLang="en-US"/>
          </a:p>
        </p:txBody>
      </p:sp>
      <p:sp>
        <p:nvSpPr>
          <p:cNvPr id="6" name="Rectangle 2"/>
          <p:cNvSpPr>
            <a:spLocks noGrp="1" noChangeArrowheads="1"/>
          </p:cNvSpPr>
          <p:nvPr>
            <p:ph idx="1"/>
          </p:nvPr>
        </p:nvSpPr>
        <p:spPr bwMode="auto">
          <a:xfrm>
            <a:off x="838200" y="1896636"/>
            <a:ext cx="10096893" cy="286232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Getting familiar with </a:t>
            </a:r>
            <a:r>
              <a:rPr kumimoji="0" lang="en-US" altLang="en-US" sz="240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Linux commands &amp; networking concepts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Choosing correct tools/methods for different scenarios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Handling </a:t>
            </a:r>
            <a:r>
              <a:rPr kumimoji="0" lang="en-US" altLang="en-US" sz="240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false positives/false negatives </a:t>
            </a: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in scan results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Understanding vulnerability impact &amp; severity correctly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Preparing </a:t>
            </a:r>
            <a:r>
              <a:rPr kumimoji="0" lang="en-US" altLang="en-US" sz="240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structured reports with mitigation </a:t>
            </a: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within deadlines</a:t>
            </a:r>
          </a:p>
        </p:txBody>
      </p:sp>
    </p:spTree>
    <p:extLst>
      <p:ext uri="{BB962C8B-B14F-4D97-AF65-F5344CB8AC3E}">
        <p14:creationId xmlns:p14="http://schemas.microsoft.com/office/powerpoint/2010/main" val="120615699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819241"/>
          </a:xfrm>
        </p:spPr>
        <p:txBody>
          <a:bodyPr>
            <a:normAutofit/>
          </a:bodyPr>
          <a:lstStyle/>
          <a:p>
            <a:r>
              <a:rPr lang="en-IN" sz="2800" b="1" dirty="0" smtClean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Objectives of the work</a:t>
            </a:r>
            <a:endParaRPr lang="en-IN" sz="2800" b="1" dirty="0">
              <a:solidFill>
                <a:schemeClr val="accent1">
                  <a:lumMod val="7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15EC703-C051-410C-8BA1-62752E291E83}" type="slidenum">
              <a:rPr lang="en-US" altLang="en-US" smtClean="0"/>
              <a:pPr>
                <a:defRPr/>
              </a:pPr>
              <a:t>11</a:t>
            </a:fld>
            <a:endParaRPr lang="en-US" altLang="en-US"/>
          </a:p>
        </p:txBody>
      </p:sp>
      <p:sp>
        <p:nvSpPr>
          <p:cNvPr id="5" name="Rectangle 1"/>
          <p:cNvSpPr>
            <a:spLocks noGrp="1" noChangeArrowheads="1"/>
          </p:cNvSpPr>
          <p:nvPr>
            <p:ph idx="1"/>
          </p:nvPr>
        </p:nvSpPr>
        <p:spPr bwMode="auto">
          <a:xfrm>
            <a:off x="838200" y="1781942"/>
            <a:ext cx="8161209" cy="286232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Gain exposure to </a:t>
            </a:r>
            <a:r>
              <a:rPr kumimoji="0" lang="en-US" altLang="en-US" sz="240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Cyber Managed Services (CMS) </a:t>
            </a: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in KGS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Learn </a:t>
            </a:r>
            <a:r>
              <a:rPr kumimoji="0" lang="en-US" altLang="en-US" sz="240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Penetration Testing fundamentals </a:t>
            </a: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&amp; workflow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Perform </a:t>
            </a:r>
            <a:r>
              <a:rPr kumimoji="0" lang="en-US" altLang="en-US" sz="240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reconnaissance, scanning &amp; vulnerability identification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Use </a:t>
            </a:r>
            <a:r>
              <a:rPr kumimoji="0" lang="en-US" altLang="en-US" sz="240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Kali Linux tools </a:t>
            </a: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kumimoji="0" lang="en-US" altLang="en-US" sz="24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Nmap</a:t>
            </a: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 Burp Suite, </a:t>
            </a:r>
            <a:r>
              <a:rPr kumimoji="0" lang="en-US" altLang="en-US" sz="24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Nikto</a:t>
            </a: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 etc.)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Improve </a:t>
            </a:r>
            <a:r>
              <a:rPr kumimoji="0" lang="en-US" altLang="en-US" sz="240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security reporting &amp; documentation skills</a:t>
            </a:r>
          </a:p>
        </p:txBody>
      </p:sp>
    </p:spTree>
    <p:extLst>
      <p:ext uri="{BB962C8B-B14F-4D97-AF65-F5344CB8AC3E}">
        <p14:creationId xmlns:p14="http://schemas.microsoft.com/office/powerpoint/2010/main" val="251633474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596311"/>
          </a:xfrm>
        </p:spPr>
        <p:txBody>
          <a:bodyPr/>
          <a:lstStyle/>
          <a:p>
            <a:r>
              <a:rPr lang="en-US" sz="32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Internship Road Map</a:t>
            </a:r>
            <a:endParaRPr lang="en-US" sz="3200" b="1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15EC703-C051-410C-8BA1-62752E291E83}" type="slidenum">
              <a:rPr lang="en-US" altLang="en-US" smtClean="0"/>
              <a:pPr>
                <a:defRPr/>
              </a:pPr>
              <a:t>12</a:t>
            </a:fld>
            <a:endParaRPr lang="en-US" altLang="en-US"/>
          </a:p>
        </p:txBody>
      </p:sp>
      <p:graphicFrame>
        <p:nvGraphicFramePr>
          <p:cNvPr id="8" name="Content Placeholder 7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052916248"/>
              </p:ext>
            </p:extLst>
          </p:nvPr>
        </p:nvGraphicFramePr>
        <p:xfrm>
          <a:off x="838200" y="1210491"/>
          <a:ext cx="10515600" cy="405819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49710023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596311"/>
          </a:xfrm>
        </p:spPr>
        <p:txBody>
          <a:bodyPr/>
          <a:lstStyle/>
          <a:p>
            <a:r>
              <a:rPr lang="en-US" sz="3200" b="1" dirty="0" smtClean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Github Link</a:t>
            </a:r>
            <a:endParaRPr lang="en-US" sz="3200" b="1" dirty="0">
              <a:solidFill>
                <a:schemeClr val="accent1">
                  <a:lumMod val="7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15EC703-C051-410C-8BA1-62752E291E83}" type="slidenum">
              <a:rPr lang="en-US" altLang="en-US" smtClean="0"/>
              <a:pPr>
                <a:defRPr/>
              </a:pPr>
              <a:t>13</a:t>
            </a:fld>
            <a:endParaRPr lang="en-US" alt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740025"/>
            <a:ext cx="6995474" cy="64495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u="sng" dirty="0">
                <a:solidFill>
                  <a:srgbClr val="0070C0"/>
                </a:solidFill>
              </a:rPr>
              <a:t>https://github.com/Salini2/Internship</a:t>
            </a:r>
            <a:endParaRPr lang="en-US" u="sng" dirty="0">
              <a:solidFill>
                <a:srgbClr val="0070C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562137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0"/>
            <a:ext cx="12192000" cy="6858000"/>
          </a:xfrm>
          <a:solidFill>
            <a:schemeClr val="accent1">
              <a:lumMod val="50000"/>
            </a:schemeClr>
          </a:solidFill>
        </p:spPr>
        <p:txBody>
          <a:bodyPr/>
          <a:lstStyle/>
          <a:p>
            <a:pPr marL="0" indent="0" algn="ctr">
              <a:buNone/>
            </a:pPr>
            <a:endParaRPr lang="en-US" sz="6600" dirty="0" smtClean="0">
              <a:solidFill>
                <a:srgbClr val="FFFF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ctr">
              <a:buNone/>
            </a:pPr>
            <a:r>
              <a:rPr lang="en-US" sz="6600" dirty="0">
                <a:solidFill>
                  <a:srgbClr val="FFFF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6600" dirty="0" smtClean="0">
                <a:solidFill>
                  <a:srgbClr val="FFFF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6600" dirty="0" smtClean="0">
                <a:solidFill>
                  <a:schemeClr val="accent2">
                    <a:lumMod val="40000"/>
                    <a:lumOff val="6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Q&amp;A</a:t>
            </a:r>
          </a:p>
          <a:p>
            <a:pPr marL="0" indent="0" algn="ctr">
              <a:buNone/>
            </a:pPr>
            <a:endParaRPr lang="en-US" sz="6600" dirty="0">
              <a:solidFill>
                <a:srgbClr val="A7118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15EC703-C051-410C-8BA1-62752E291E83}" type="slidenum">
              <a:rPr lang="en-US" altLang="en-US" smtClean="0">
                <a:latin typeface="Times New Roman" panose="02020603050405020304" pitchFamily="18" charset="0"/>
                <a:cs typeface="Times New Roman" panose="02020603050405020304" pitchFamily="18" charset="0"/>
              </a:rPr>
              <a:pPr>
                <a:defRPr/>
              </a:pPr>
              <a:t>14</a:t>
            </a:fld>
            <a:endParaRPr lang="en-US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Picture 7" descr="bd04924_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05253" y="2150340"/>
            <a:ext cx="2841170" cy="383241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9754658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2547258"/>
            <a:ext cx="10515600" cy="1214846"/>
          </a:xfrm>
        </p:spPr>
        <p:txBody>
          <a:bodyPr/>
          <a:lstStyle/>
          <a:p>
            <a:pPr marL="0" indent="0" algn="ctr">
              <a:buNone/>
            </a:pPr>
            <a:r>
              <a:rPr lang="en-US" sz="6600" dirty="0" smtClean="0">
                <a:solidFill>
                  <a:srgbClr val="A7118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Thank you !!</a:t>
            </a:r>
            <a:endParaRPr lang="en-US" sz="6600" dirty="0">
              <a:solidFill>
                <a:srgbClr val="A7118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15EC703-C051-410C-8BA1-62752E291E83}" type="slidenum">
              <a:rPr lang="en-US" altLang="en-US" smtClean="0"/>
              <a:pPr>
                <a:defRPr/>
              </a:pPr>
              <a:t>15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69660596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7448</TotalTime>
  <Words>802</Words>
  <Application>Microsoft Office PowerPoint</Application>
  <PresentationFormat>Widescreen</PresentationFormat>
  <Paragraphs>154</Paragraphs>
  <Slides>15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4" baseType="lpstr">
      <vt:lpstr>Arial</vt:lpstr>
      <vt:lpstr>Calibri</vt:lpstr>
      <vt:lpstr>Calibri Light</vt:lpstr>
      <vt:lpstr>Cambria</vt:lpstr>
      <vt:lpstr>Tahoma</vt:lpstr>
      <vt:lpstr>Times New Roman</vt:lpstr>
      <vt:lpstr>Verdana</vt:lpstr>
      <vt:lpstr>Wingdings</vt:lpstr>
      <vt:lpstr>Office Theme</vt:lpstr>
      <vt:lpstr>PowerPoint Presentation</vt:lpstr>
      <vt:lpstr>Content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About Team and Reporting Manager</vt:lpstr>
      <vt:lpstr>Challenges Faced in Internship</vt:lpstr>
      <vt:lpstr>Objectives of the work</vt:lpstr>
      <vt:lpstr>Internship Road Map</vt:lpstr>
      <vt:lpstr>Github Link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Gopalakrishnan N-Asst. Prof-CIV</dc:creator>
  <cp:lastModifiedBy>USER</cp:lastModifiedBy>
  <cp:revision>732</cp:revision>
  <dcterms:created xsi:type="dcterms:W3CDTF">2022-10-14T07:18:17Z</dcterms:created>
  <dcterms:modified xsi:type="dcterms:W3CDTF">2026-04-23T15:52:20Z</dcterms:modified>
</cp:coreProperties>
</file>